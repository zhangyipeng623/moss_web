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media/image12.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 id="2147483656" r:id="rId3"/>
    <p:sldMasterId id="2147483659" r:id="rId4"/>
  </p:sldMasterIdLst>
  <p:notesMasterIdLst>
    <p:notesMasterId r:id="rId6"/>
  </p:notesMasterIdLst>
  <p:sldIdLst>
    <p:sldId id="256" r:id="rId5"/>
    <p:sldId id="257" r:id="rId7"/>
    <p:sldId id="311" r:id="rId8"/>
    <p:sldId id="310" r:id="rId9"/>
    <p:sldId id="258" r:id="rId10"/>
    <p:sldId id="273" r:id="rId11"/>
    <p:sldId id="312" r:id="rId12"/>
    <p:sldId id="260" r:id="rId13"/>
    <p:sldId id="274" r:id="rId14"/>
    <p:sldId id="279" r:id="rId15"/>
    <p:sldId id="275" r:id="rId16"/>
    <p:sldId id="277" r:id="rId17"/>
    <p:sldId id="278" r:id="rId18"/>
    <p:sldId id="280" r:id="rId19"/>
    <p:sldId id="313" r:id="rId20"/>
    <p:sldId id="262" r:id="rId21"/>
    <p:sldId id="263" r:id="rId22"/>
    <p:sldId id="284" r:id="rId23"/>
    <p:sldId id="285" r:id="rId24"/>
    <p:sldId id="287" r:id="rId25"/>
    <p:sldId id="264" r:id="rId26"/>
    <p:sldId id="288" r:id="rId27"/>
    <p:sldId id="289" r:id="rId28"/>
    <p:sldId id="291" r:id="rId29"/>
    <p:sldId id="292" r:id="rId30"/>
    <p:sldId id="294" r:id="rId31"/>
    <p:sldId id="295" r:id="rId32"/>
    <p:sldId id="266" r:id="rId33"/>
    <p:sldId id="298" r:id="rId34"/>
    <p:sldId id="296" r:id="rId35"/>
    <p:sldId id="301" r:id="rId36"/>
    <p:sldId id="300" r:id="rId37"/>
    <p:sldId id="302" r:id="rId38"/>
    <p:sldId id="304" r:id="rId39"/>
    <p:sldId id="306" r:id="rId40"/>
    <p:sldId id="307" r:id="rId41"/>
    <p:sldId id="268" r:id="rId42"/>
    <p:sldId id="308" r:id="rId43"/>
    <p:sldId id="309" r:id="rId44"/>
    <p:sldId id="272" r:id="rId45"/>
  </p:sld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p:cmAuthor id="2" name="作者" initials="A" lastIdx="0" clrIdx="1"/>
  <p:cmAuthor id="1" name="幸全" initials="幸全" lastIdx="1" clrIdx="0"/>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4.xml"/><Relationship Id="rId8" Type="http://schemas.openxmlformats.org/officeDocument/2006/relationships/slide" Target="slides/slide3.xml"/><Relationship Id="rId7" Type="http://schemas.openxmlformats.org/officeDocument/2006/relationships/slide" Target="slides/slide2.xml"/><Relationship Id="rId6" Type="http://schemas.openxmlformats.org/officeDocument/2006/relationships/notesMaster" Target="notesMasters/notesMaster1.xml"/><Relationship Id="rId5" Type="http://schemas.openxmlformats.org/officeDocument/2006/relationships/slide" Target="slides/slide1.xml"/><Relationship Id="rId49" Type="http://schemas.openxmlformats.org/officeDocument/2006/relationships/commentAuthors" Target="commentAuthors.xml"/><Relationship Id="rId48" Type="http://schemas.openxmlformats.org/officeDocument/2006/relationships/tableStyles" Target="tableStyles.xml"/><Relationship Id="rId47" Type="http://schemas.openxmlformats.org/officeDocument/2006/relationships/viewProps" Target="viewProps.xml"/><Relationship Id="rId46" Type="http://schemas.openxmlformats.org/officeDocument/2006/relationships/presProps" Target="presProps.xml"/><Relationship Id="rId45" Type="http://schemas.openxmlformats.org/officeDocument/2006/relationships/slide" Target="slides/slide40.xml"/><Relationship Id="rId44" Type="http://schemas.openxmlformats.org/officeDocument/2006/relationships/slide" Target="slides/slide39.xml"/><Relationship Id="rId43" Type="http://schemas.openxmlformats.org/officeDocument/2006/relationships/slide" Target="slides/slide38.xml"/><Relationship Id="rId42" Type="http://schemas.openxmlformats.org/officeDocument/2006/relationships/slide" Target="slides/slide37.xml"/><Relationship Id="rId41" Type="http://schemas.openxmlformats.org/officeDocument/2006/relationships/slide" Target="slides/slide36.xml"/><Relationship Id="rId40" Type="http://schemas.openxmlformats.org/officeDocument/2006/relationships/slide" Target="slides/slide35.xml"/><Relationship Id="rId4" Type="http://schemas.openxmlformats.org/officeDocument/2006/relationships/slideMaster" Target="slideMasters/slideMaster3.xml"/><Relationship Id="rId39" Type="http://schemas.openxmlformats.org/officeDocument/2006/relationships/slide" Target="slides/slide34.xml"/><Relationship Id="rId38" Type="http://schemas.openxmlformats.org/officeDocument/2006/relationships/slide" Target="slides/slide33.xml"/><Relationship Id="rId37" Type="http://schemas.openxmlformats.org/officeDocument/2006/relationships/slide" Target="slides/slide32.xml"/><Relationship Id="rId36" Type="http://schemas.openxmlformats.org/officeDocument/2006/relationships/slide" Target="slides/slide31.xml"/><Relationship Id="rId35" Type="http://schemas.openxmlformats.org/officeDocument/2006/relationships/slide" Target="slides/slide30.xml"/><Relationship Id="rId34" Type="http://schemas.openxmlformats.org/officeDocument/2006/relationships/slide" Target="slides/slide29.xml"/><Relationship Id="rId33" Type="http://schemas.openxmlformats.org/officeDocument/2006/relationships/slide" Target="slides/slide28.xml"/><Relationship Id="rId32" Type="http://schemas.openxmlformats.org/officeDocument/2006/relationships/slide" Target="slides/slide27.xml"/><Relationship Id="rId31" Type="http://schemas.openxmlformats.org/officeDocument/2006/relationships/slide" Target="slides/slide26.xml"/><Relationship Id="rId30" Type="http://schemas.openxmlformats.org/officeDocument/2006/relationships/slide" Target="slides/slide25.xml"/><Relationship Id="rId3" Type="http://schemas.openxmlformats.org/officeDocument/2006/relationships/slideMaster" Target="slideMasters/slideMaster2.xml"/><Relationship Id="rId29" Type="http://schemas.openxmlformats.org/officeDocument/2006/relationships/slide" Target="slides/slide24.xml"/><Relationship Id="rId28" Type="http://schemas.openxmlformats.org/officeDocument/2006/relationships/slide" Target="slides/slide23.xml"/><Relationship Id="rId27" Type="http://schemas.openxmlformats.org/officeDocument/2006/relationships/slide" Target="slides/slide22.xml"/><Relationship Id="rId26" Type="http://schemas.openxmlformats.org/officeDocument/2006/relationships/slide" Target="slides/slide21.xml"/><Relationship Id="rId25" Type="http://schemas.openxmlformats.org/officeDocument/2006/relationships/slide" Target="slides/slide20.xml"/><Relationship Id="rId24" Type="http://schemas.openxmlformats.org/officeDocument/2006/relationships/slide" Target="slides/slide19.xml"/><Relationship Id="rId23" Type="http://schemas.openxmlformats.org/officeDocument/2006/relationships/slide" Target="slides/slide18.xml"/><Relationship Id="rId22" Type="http://schemas.openxmlformats.org/officeDocument/2006/relationships/slide" Target="slides/slide17.xml"/><Relationship Id="rId21" Type="http://schemas.openxmlformats.org/officeDocument/2006/relationships/slide" Target="slides/slide16.xml"/><Relationship Id="rId20" Type="http://schemas.openxmlformats.org/officeDocument/2006/relationships/slide" Target="slides/slide15.xml"/><Relationship Id="rId2" Type="http://schemas.openxmlformats.org/officeDocument/2006/relationships/theme" Target="theme/theme1.xml"/><Relationship Id="rId19" Type="http://schemas.openxmlformats.org/officeDocument/2006/relationships/slide" Target="slides/slide14.xml"/><Relationship Id="rId18" Type="http://schemas.openxmlformats.org/officeDocument/2006/relationships/slide" Target="slides/slide13.xml"/><Relationship Id="rId17" Type="http://schemas.openxmlformats.org/officeDocument/2006/relationships/slide" Target="slides/slide12.xml"/><Relationship Id="rId16" Type="http://schemas.openxmlformats.org/officeDocument/2006/relationships/slide" Target="slides/slide11.xml"/><Relationship Id="rId15" Type="http://schemas.openxmlformats.org/officeDocument/2006/relationships/slide" Target="slides/slide10.xml"/><Relationship Id="rId14" Type="http://schemas.openxmlformats.org/officeDocument/2006/relationships/slide" Target="slides/slide9.xml"/><Relationship Id="rId13" Type="http://schemas.openxmlformats.org/officeDocument/2006/relationships/slide" Target="slides/slide8.xml"/><Relationship Id="rId12" Type="http://schemas.openxmlformats.org/officeDocument/2006/relationships/slide" Target="slides/slide7.xml"/><Relationship Id="rId11" Type="http://schemas.openxmlformats.org/officeDocument/2006/relationships/slide" Target="slides/slide6.xml"/><Relationship Id="rId10" Type="http://schemas.openxmlformats.org/officeDocument/2006/relationships/slide" Target="slides/slide5.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dirty="0"/>
              <a:t>https://github.com/xymou/HiSim</a:t>
            </a:r>
            <a:endParaRPr lang="en-US" altLang="zh-CN"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4. **个人资料模块：** 代理的个人资料包含人口统计学信息、社交特征和沟通角色，这些信息有助于初始化代理并反映用户在社会事件上的潜在立场。</a:t>
            </a:r>
            <a:endParaRPr lang="zh-CN" altLang="en-US"/>
          </a:p>
          <a:p>
            <a:r>
              <a:rPr lang="zh-CN" altLang="en-US"/>
              <a:t>5. **记忆模块：** 集成记忆模块来处理代理的记忆，包括记忆写入、检索和反思操作，帮助代理根据最近的体验生成高层次的思考。</a:t>
            </a:r>
            <a:endParaRPr lang="zh-CN" altLang="en-US"/>
          </a:p>
          <a:p>
            <a:endParaRPr lang="zh-CN" altLang="en-US"/>
          </a:p>
          <a:p>
            <a:r>
              <a:rPr lang="zh-CN" altLang="en-US"/>
              <a:t>6. **行动模块：** 设计了针对社交媒体生态的行动模块，包括发帖、转推、回复、点赞和保持沉默等行为。</a:t>
            </a:r>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Table 1:Statistics of our dataset.In Metoo,E1 is American actress Alyssa Milano starts the#Metoo movement and E2 is#Timesup campaign on the 2019 GoldenGlobes Awards;In RoeOverturned,E1 is The leakage of theSupreme Court draft opinion and E2 is The SupremeCourt overturns Roe v.Wade;In BLM,we include two</a:t>
            </a:r>
            <a:r>
              <a:rPr lang="en-US" altLang="zh-CN"/>
              <a:t> </a:t>
            </a:r>
            <a:r>
              <a:rPr lang="zh-CN" altLang="en-US"/>
              <a:t>phases after the Murder of George Floyd.</a:t>
            </a:r>
            <a:endParaRPr lang="zh-CN"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tags" Target="../tags/tag1.xml"/><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3.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3.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3.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ver_slides">
    <p:bg>
      <p:bgPr>
        <a:solidFill>
          <a:srgbClr val="FFFFFF"/>
        </a:solidFill>
        <a:effectLst/>
      </p:bgPr>
    </p:bg>
    <p:spTree>
      <p:nvGrpSpPr>
        <p:cNvPr id="1" name=""/>
        <p:cNvGrpSpPr/>
        <p:nvPr/>
      </p:nvGrpSpPr>
      <p:grpSpPr>
        <a:xfrm>
          <a:off x="0" y="0"/>
          <a:ext cx="0" cy="0"/>
          <a:chOff x="0" y="0"/>
          <a:chExt cx="0" cy="0"/>
        </a:xfrm>
      </p:grpSpPr>
      <p:pic>
        <p:nvPicPr>
          <p:cNvPr id="2" name="Image 0" descr="https://assets.mindshow.fun/themes/blue_simple_ellipse_gradient_academic_research_vplus_standard_en_20231124/Cover-bg.jpg"/>
          <p:cNvPicPr>
            <a:picLocks noChangeAspect="1"/>
          </p:cNvPicPr>
          <p:nvPr/>
        </p:nvPicPr>
        <p:blipFill>
          <a:blip r:embed="rId2"/>
          <a:stretch>
            <a:fillRect/>
          </a:stretch>
        </p:blipFill>
        <p:spPr>
          <a:xfrm>
            <a:off x="0" y="0"/>
            <a:ext cx="9144000" cy="514350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atalog_slides">
    <p:bg>
      <p:bgPr>
        <a:solidFill>
          <a:srgbClr val="FFFFFF"/>
        </a:solidFill>
        <a:effectLst/>
      </p:bgPr>
    </p:bg>
    <p:spTree>
      <p:nvGrpSpPr>
        <p:cNvPr id="1" name=""/>
        <p:cNvGrpSpPr/>
        <p:nvPr/>
      </p:nvGrpSpPr>
      <p:grpSpPr>
        <a:xfrm>
          <a:off x="0" y="0"/>
          <a:ext cx="0" cy="0"/>
          <a:chOff x="0" y="0"/>
          <a:chExt cx="0" cy="0"/>
        </a:xfrm>
      </p:grpSpPr>
      <p:pic>
        <p:nvPicPr>
          <p:cNvPr id="2" name="Image 0" descr="https://assets.mindshow.fun/themes/blue_simple_ellipse_gradient_academic_research_vplus_standard_en_20231124/Catalog-bg.jpg"/>
          <p:cNvPicPr>
            <a:picLocks noChangeAspect="1"/>
          </p:cNvPicPr>
          <p:nvPr/>
        </p:nvPicPr>
        <p:blipFill>
          <a:blip r:embed="rId2"/>
          <a:stretch>
            <a:fillRect/>
          </a:stretch>
        </p:blipFill>
        <p:spPr>
          <a:xfrm>
            <a:off x="0" y="0"/>
            <a:ext cx="9144000" cy="514350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ession_slides">
    <p:bg>
      <p:bgPr>
        <a:solidFill>
          <a:srgbClr val="FFFFFF"/>
        </a:solidFill>
        <a:effectLst/>
      </p:bgPr>
    </p:bg>
    <p:spTree>
      <p:nvGrpSpPr>
        <p:cNvPr id="1" name=""/>
        <p:cNvGrpSpPr/>
        <p:nvPr/>
      </p:nvGrpSpPr>
      <p:grpSpPr>
        <a:xfrm>
          <a:off x="0" y="0"/>
          <a:ext cx="0" cy="0"/>
          <a:chOff x="0" y="0"/>
          <a:chExt cx="0" cy="0"/>
        </a:xfrm>
      </p:grpSpPr>
      <p:pic>
        <p:nvPicPr>
          <p:cNvPr id="2" name="Image 0" descr="https://assets.mindshow.fun/themes/blue_simple_ellipse_gradient_academic_research_vplus_standard_en_20231124/Session-bg.jpg"/>
          <p:cNvPicPr>
            <a:picLocks noChangeAspect="1"/>
          </p:cNvPicPr>
          <p:nvPr/>
        </p:nvPicPr>
        <p:blipFill>
          <a:blip r:embed="rId2"/>
          <a:stretch>
            <a:fillRect/>
          </a:stretch>
        </p:blipFill>
        <p:spPr>
          <a:xfrm>
            <a:off x="0" y="0"/>
            <a:ext cx="9144000" cy="514350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ntent_slides">
    <p:bg>
      <p:bgPr>
        <a:solidFill>
          <a:srgbClr val="FFFFFF"/>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End_slides">
    <p:bg>
      <p:bgPr>
        <a:solidFill>
          <a:srgbClr val="FFFFFF"/>
        </a:solidFill>
        <a:effectLst/>
      </p:bgPr>
    </p:bg>
    <p:spTree>
      <p:nvGrpSpPr>
        <p:cNvPr id="1" name=""/>
        <p:cNvGrpSpPr/>
        <p:nvPr/>
      </p:nvGrpSpPr>
      <p:grpSpPr>
        <a:xfrm>
          <a:off x="0" y="0"/>
          <a:ext cx="0" cy="0"/>
          <a:chOff x="0" y="0"/>
          <a:chExt cx="0" cy="0"/>
        </a:xfrm>
      </p:grpSpPr>
      <p:pic>
        <p:nvPicPr>
          <p:cNvPr id="2" name="Image 0" descr="https://assets.mindshow.fun/themes/blue_simple_ellipse_gradient_academic_research_vplus_standard_en_20231124/End-bg.jpg"/>
          <p:cNvPicPr>
            <a:picLocks noChangeAspect="1"/>
          </p:cNvPicPr>
          <p:nvPr/>
        </p:nvPicPr>
        <p:blipFill>
          <a:blip r:embed="rId2"/>
          <a:stretch>
            <a:fillRect/>
          </a:stretch>
        </p:blipFill>
        <p:spPr>
          <a:xfrm>
            <a:off x="0" y="0"/>
            <a:ext cx="9144000" cy="514350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838200" y="6356350"/>
            <a:ext cx="2743200" cy="365125"/>
          </a:xfrm>
        </p:spPr>
        <p:txBody>
          <a:bodyPr/>
          <a:lstStyle/>
          <a:p>
            <a:fld id="{82F288E0-7875-42C4-84C8-98DBBD3BF4D2}" type="datetimeFigureOut">
              <a:rPr lang="zh-CN" altLang="en-US" smtClean="0"/>
            </a:fld>
            <a:endParaRPr lang="zh-CN" altLang="en-US"/>
          </a:p>
        </p:txBody>
      </p:sp>
      <p:sp>
        <p:nvSpPr>
          <p:cNvPr id="3" name="页脚占位符 2"/>
          <p:cNvSpPr>
            <a:spLocks noGrp="1"/>
          </p:cNvSpPr>
          <p:nvPr>
            <p:ph type="ftr" sz="quarter" idx="11"/>
          </p:nvPr>
        </p:nvSpPr>
        <p:spPr>
          <a:xfrm>
            <a:off x="4038600" y="6356350"/>
            <a:ext cx="4114800" cy="365125"/>
          </a:xfrm>
        </p:spPr>
        <p:txBody>
          <a:bodyPr/>
          <a:lstStyle/>
          <a:p>
            <a:endParaRPr lang="zh-CN" altLang="en-US"/>
          </a:p>
        </p:txBody>
      </p:sp>
      <p:sp>
        <p:nvSpPr>
          <p:cNvPr id="4" name="灯片编号占位符 3"/>
          <p:cNvSpPr>
            <a:spLocks noGrp="1"/>
          </p:cNvSpPr>
          <p:nvPr>
            <p:ph type="sldNum" sz="quarter" idx="12"/>
          </p:nvPr>
        </p:nvSpPr>
        <p:spPr>
          <a:xfrm>
            <a:off x="8610600" y="6356350"/>
            <a:ext cx="2743200" cy="365125"/>
          </a:xfrm>
        </p:spPr>
        <p:txBody>
          <a:bodyPr/>
          <a:lstStyle/>
          <a:p>
            <a:fld id="{7D9BB5D0-35E4-459D-AEF3-FE4D7C45CC19}"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Content_slides">
    <p:bg>
      <p:bgPr>
        <a:solidFill>
          <a:srgbClr val="FFFFFF"/>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空白">
    <p:bg>
      <p:bgPr>
        <a:solidFill>
          <a:schemeClr val="bg2"/>
        </a:solidFill>
        <a:effectLst/>
      </p:bgPr>
    </p:bg>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2"/>
            </p:custDataLst>
          </p:nvPr>
        </p:nvSpPr>
        <p:spPr>
          <a:xfrm>
            <a:off x="659807" y="4762375"/>
            <a:ext cx="2025000" cy="237600"/>
          </a:xfrm>
        </p:spPr>
        <p:txBody>
          <a:bodyPr/>
          <a:lstStyle/>
          <a:p>
            <a:fld id="{760FBDFE-C587-4B4C-A407-44438C67B59E}" type="datetimeFigureOut">
              <a:rPr lang="zh-CN" altLang="en-US" smtClean="0"/>
            </a:fld>
            <a:endParaRPr lang="zh-CN" altLang="en-US"/>
          </a:p>
        </p:txBody>
      </p:sp>
      <p:sp>
        <p:nvSpPr>
          <p:cNvPr id="3" name="页脚占位符 2"/>
          <p:cNvSpPr>
            <a:spLocks noGrp="1"/>
          </p:cNvSpPr>
          <p:nvPr>
            <p:ph type="ftr" sz="quarter" idx="11"/>
            <p:custDataLst>
              <p:tags r:id="rId3"/>
            </p:custDataLst>
          </p:nvPr>
        </p:nvSpPr>
        <p:spPr>
          <a:xfrm>
            <a:off x="3087000" y="4762375"/>
            <a:ext cx="2970000" cy="237600"/>
          </a:xfrm>
        </p:spPr>
        <p:txBody>
          <a:bodyPr/>
          <a:lstStyle/>
          <a:p>
            <a:endParaRPr lang="zh-CN" altLang="en-US"/>
          </a:p>
        </p:txBody>
      </p:sp>
      <p:sp>
        <p:nvSpPr>
          <p:cNvPr id="4" name="灯片编号占位符 3"/>
          <p:cNvSpPr>
            <a:spLocks noGrp="1"/>
          </p:cNvSpPr>
          <p:nvPr>
            <p:ph type="sldNum" sz="quarter" idx="12"/>
            <p:custDataLst>
              <p:tags r:id="rId4"/>
            </p:custDataLst>
          </p:nvPr>
        </p:nvSpPr>
        <p:spPr>
          <a:xfrm>
            <a:off x="6457950" y="4762375"/>
            <a:ext cx="2025000" cy="237600"/>
          </a:xfrm>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over_slides">
    <p:bg>
      <p:bgPr>
        <a:solidFill>
          <a:srgbClr val="FFFFFF"/>
        </a:solidFill>
        <a:effectLst/>
      </p:bgPr>
    </p:bg>
    <p:spTree>
      <p:nvGrpSpPr>
        <p:cNvPr id="1" name=""/>
        <p:cNvGrpSpPr/>
        <p:nvPr/>
      </p:nvGrpSpPr>
      <p:grpSpPr>
        <a:xfrm>
          <a:off x="0" y="0"/>
          <a:ext cx="0" cy="0"/>
          <a:chOff x="0" y="0"/>
          <a:chExt cx="0" cy="0"/>
        </a:xfrm>
      </p:grpSpPr>
      <p:pic>
        <p:nvPicPr>
          <p:cNvPr id="2" name="Image 0" descr="https://assets.mindshow.fun/themes/blue_simple_ellipse_gradient_academic_research_vplus_standard_en_20231124/Cover-bg.jpg"/>
          <p:cNvPicPr>
            <a:picLocks noChangeAspect="1"/>
          </p:cNvPicPr>
          <p:nvPr/>
        </p:nvPicPr>
        <p:blipFill>
          <a:blip r:embed="rId2"/>
          <a:stretch>
            <a:fillRect/>
          </a:stretch>
        </p:blipFill>
        <p:spPr>
          <a:xfrm>
            <a:off x="0" y="0"/>
            <a:ext cx="9144000" cy="5143500"/>
          </a:xfrm>
          <a:prstGeom prst="rect">
            <a:avLst/>
          </a:prstGeom>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atalog_slides">
    <p:bg>
      <p:bgPr>
        <a:solidFill>
          <a:srgbClr val="FFFFFF"/>
        </a:solidFill>
        <a:effectLst/>
      </p:bgPr>
    </p:bg>
    <p:spTree>
      <p:nvGrpSpPr>
        <p:cNvPr id="1" name=""/>
        <p:cNvGrpSpPr/>
        <p:nvPr/>
      </p:nvGrpSpPr>
      <p:grpSpPr>
        <a:xfrm>
          <a:off x="0" y="0"/>
          <a:ext cx="0" cy="0"/>
          <a:chOff x="0" y="0"/>
          <a:chExt cx="0" cy="0"/>
        </a:xfrm>
      </p:grpSpPr>
      <p:pic>
        <p:nvPicPr>
          <p:cNvPr id="2" name="Image 0" descr="https://assets.mindshow.fun/themes/blue_simple_ellipse_gradient_academic_research_vplus_standard_en_20231124/Catalog-bg.jpg"/>
          <p:cNvPicPr>
            <a:picLocks noChangeAspect="1"/>
          </p:cNvPicPr>
          <p:nvPr/>
        </p:nvPicPr>
        <p:blipFill>
          <a:blip r:embed="rId2"/>
          <a:stretch>
            <a:fillRect/>
          </a:stretch>
        </p:blipFill>
        <p:spPr>
          <a:xfrm>
            <a:off x="0" y="0"/>
            <a:ext cx="9144000" cy="5143500"/>
          </a:xfrm>
          <a:prstGeom prst="rect">
            <a:avLst/>
          </a:prstGeom>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Session_slides">
    <p:bg>
      <p:bgPr>
        <a:solidFill>
          <a:srgbClr val="FFFFFF"/>
        </a:solidFill>
        <a:effectLst/>
      </p:bgPr>
    </p:bg>
    <p:spTree>
      <p:nvGrpSpPr>
        <p:cNvPr id="1" name=""/>
        <p:cNvGrpSpPr/>
        <p:nvPr/>
      </p:nvGrpSpPr>
      <p:grpSpPr>
        <a:xfrm>
          <a:off x="0" y="0"/>
          <a:ext cx="0" cy="0"/>
          <a:chOff x="0" y="0"/>
          <a:chExt cx="0" cy="0"/>
        </a:xfrm>
      </p:grpSpPr>
      <p:pic>
        <p:nvPicPr>
          <p:cNvPr id="2" name="Image 0" descr="https://assets.mindshow.fun/themes/blue_simple_ellipse_gradient_academic_research_vplus_standard_en_20231124/Session-bg.jpg"/>
          <p:cNvPicPr>
            <a:picLocks noChangeAspect="1"/>
          </p:cNvPicPr>
          <p:nvPr/>
        </p:nvPicPr>
        <p:blipFill>
          <a:blip r:embed="rId2"/>
          <a:stretch>
            <a:fillRect/>
          </a:stretch>
        </p:blipFill>
        <p:spPr>
          <a:xfrm>
            <a:off x="0" y="0"/>
            <a:ext cx="9144000" cy="5143500"/>
          </a:xfrm>
          <a:prstGeom prst="rect">
            <a:avLst/>
          </a:prstGeom>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Content_slides">
    <p:bg>
      <p:bgPr>
        <a:solidFill>
          <a:srgbClr val="FFFFFF"/>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End_slides">
    <p:bg>
      <p:bgPr>
        <a:solidFill>
          <a:srgbClr val="FFFFFF"/>
        </a:solidFill>
        <a:effectLst/>
      </p:bgPr>
    </p:bg>
    <p:spTree>
      <p:nvGrpSpPr>
        <p:cNvPr id="1" name=""/>
        <p:cNvGrpSpPr/>
        <p:nvPr/>
      </p:nvGrpSpPr>
      <p:grpSpPr>
        <a:xfrm>
          <a:off x="0" y="0"/>
          <a:ext cx="0" cy="0"/>
          <a:chOff x="0" y="0"/>
          <a:chExt cx="0" cy="0"/>
        </a:xfrm>
      </p:grpSpPr>
      <p:pic>
        <p:nvPicPr>
          <p:cNvPr id="2" name="Image 0" descr="https://assets.mindshow.fun/themes/blue_simple_ellipse_gradient_academic_research_vplus_standard_en_20231124/End-bg.jpg"/>
          <p:cNvPicPr>
            <a:picLocks noChangeAspect="1"/>
          </p:cNvPicPr>
          <p:nvPr/>
        </p:nvPicPr>
        <p:blipFill>
          <a:blip r:embed="rId2"/>
          <a:stretch>
            <a:fillRect/>
          </a:stretch>
        </p:blipFill>
        <p:spPr>
          <a:xfrm>
            <a:off x="0" y="0"/>
            <a:ext cx="9144000" cy="5143500"/>
          </a:xfrm>
          <a:prstGeom prst="rect">
            <a:avLst/>
          </a:prstGeom>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838200" y="6356350"/>
            <a:ext cx="2743200" cy="365125"/>
          </a:xfrm>
        </p:spPr>
        <p:txBody>
          <a:bodyPr/>
          <a:lstStyle/>
          <a:p>
            <a:fld id="{82F288E0-7875-42C4-84C8-98DBBD3BF4D2}" type="datetimeFigureOut">
              <a:rPr lang="zh-CN" altLang="en-US" smtClean="0"/>
            </a:fld>
            <a:endParaRPr lang="zh-CN" altLang="en-US"/>
          </a:p>
        </p:txBody>
      </p:sp>
      <p:sp>
        <p:nvSpPr>
          <p:cNvPr id="3" name="页脚占位符 2"/>
          <p:cNvSpPr>
            <a:spLocks noGrp="1"/>
          </p:cNvSpPr>
          <p:nvPr>
            <p:ph type="ftr" sz="quarter" idx="11"/>
          </p:nvPr>
        </p:nvSpPr>
        <p:spPr>
          <a:xfrm>
            <a:off x="4038600" y="6356350"/>
            <a:ext cx="4114800" cy="365125"/>
          </a:xfrm>
        </p:spPr>
        <p:txBody>
          <a:bodyPr/>
          <a:lstStyle/>
          <a:p>
            <a:endParaRPr lang="zh-CN" altLang="en-US"/>
          </a:p>
        </p:txBody>
      </p:sp>
      <p:sp>
        <p:nvSpPr>
          <p:cNvPr id="4" name="灯片编号占位符 3"/>
          <p:cNvSpPr>
            <a:spLocks noGrp="1"/>
          </p:cNvSpPr>
          <p:nvPr>
            <p:ph type="sldNum" sz="quarter" idx="12"/>
          </p:nvPr>
        </p:nvSpPr>
        <p:spPr>
          <a:xfrm>
            <a:off x="8610600" y="6356350"/>
            <a:ext cx="2743200" cy="365125"/>
          </a:xfrm>
        </p:spPr>
        <p:txBody>
          <a:bodyPr/>
          <a:lstStyle/>
          <a:p>
            <a:fld id="{7D9BB5D0-35E4-459D-AEF3-FE4D7C45CC19}" type="slidenum">
              <a:rPr lang="zh-CN" altLang="en-US" smtClean="0"/>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3" Type="http://schemas.openxmlformats.org/officeDocument/2006/relationships/theme" Target="../theme/theme2.xml"/><Relationship Id="rId2" Type="http://schemas.openxmlformats.org/officeDocument/2006/relationships/slideLayout" Target="../slideLayouts/slideLayout9.xml"/><Relationship Id="rId1" Type="http://schemas.openxmlformats.org/officeDocument/2006/relationships/slideLayout" Target="../slideLayouts/slideLayout8.xml"/></Relationships>
</file>

<file path=ppt/slideMasters/_rels/slideMaster3.xml.rels><?xml version="1.0" encoding="UTF-8" standalone="yes"?>
<Relationships xmlns="http://schemas.openxmlformats.org/package/2006/relationships"><Relationship Id="rId8" Type="http://schemas.openxmlformats.org/officeDocument/2006/relationships/theme" Target="../theme/theme3.xml"/><Relationship Id="rId7" Type="http://schemas.openxmlformats.org/officeDocument/2006/relationships/slideLayout" Target="../slideLayouts/slideLayout16.xml"/><Relationship Id="rId6" Type="http://schemas.openxmlformats.org/officeDocument/2006/relationships/slideLayout" Target="../slideLayouts/slideLayout15.xml"/><Relationship Id="rId5" Type="http://schemas.openxmlformats.org/officeDocument/2006/relationships/slideLayout" Target="../slideLayouts/slideLayout14.xml"/><Relationship Id="rId4" Type="http://schemas.openxmlformats.org/officeDocument/2006/relationships/slideLayout" Target="../slideLayouts/slideLayout13.xml"/><Relationship Id="rId3" Type="http://schemas.openxmlformats.org/officeDocument/2006/relationships/slideLayout" Target="../slideLayouts/slideLayout12.xml"/><Relationship Id="rId2" Type="http://schemas.openxmlformats.org/officeDocument/2006/relationships/slideLayout" Target="../slideLayouts/slideLayout11.xml"/><Relationship Id="rId1" Type="http://schemas.openxmlformats.org/officeDocument/2006/relationships/slideLayout" Target="../slideLayouts/slideLayout1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9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9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9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57" r:id="rId1"/>
    <p:sldLayoutId id="2147483658"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9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9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9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60" r:id="rId1"/>
    <p:sldLayoutId id="2147483661" r:id="rId2"/>
    <p:sldLayoutId id="2147483662" r:id="rId3"/>
    <p:sldLayoutId id="2147483663" r:id="rId4"/>
    <p:sldLayoutId id="2147483664" r:id="rId5"/>
    <p:sldLayoutId id="2147483665" r:id="rId6"/>
    <p:sldLayoutId id="2147483666" r:id="rId7"/>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9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9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9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3.xml"/><Relationship Id="rId1" Type="http://schemas.openxmlformats.org/officeDocument/2006/relationships/tags" Target="../tags/tag4.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3.xml"/><Relationship Id="rId1" Type="http://schemas.openxmlformats.org/officeDocument/2006/relationships/tags" Target="../tags/tag5.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4" Type="http://schemas.openxmlformats.org/officeDocument/2006/relationships/notesSlide" Target="../notesSlides/notesSlide6.xml"/><Relationship Id="rId3" Type="http://schemas.openxmlformats.org/officeDocument/2006/relationships/slideLayout" Target="../slideLayouts/slideLayout8.xml"/><Relationship Id="rId2" Type="http://schemas.openxmlformats.org/officeDocument/2006/relationships/tags" Target="../tags/tag7.xml"/><Relationship Id="rId1" Type="http://schemas.openxmlformats.org/officeDocument/2006/relationships/tags" Target="../tags/tag6.xml"/></Relationships>
</file>

<file path=ppt/slides/_rels/slide7.xml.rels><?xml version="1.0" encoding="UTF-8" standalone="yes"?>
<Relationships xmlns="http://schemas.openxmlformats.org/package/2006/relationships"><Relationship Id="rId6" Type="http://schemas.openxmlformats.org/officeDocument/2006/relationships/notesSlide" Target="../notesSlides/notesSlide7.xml"/><Relationship Id="rId5" Type="http://schemas.openxmlformats.org/officeDocument/2006/relationships/slideLayout" Target="../slideLayouts/slideLayout8.xml"/><Relationship Id="rId4" Type="http://schemas.openxmlformats.org/officeDocument/2006/relationships/tags" Target="../tags/tag10.xml"/><Relationship Id="rId3" Type="http://schemas.openxmlformats.org/officeDocument/2006/relationships/image" Target="../media/image5.png"/><Relationship Id="rId2" Type="http://schemas.openxmlformats.org/officeDocument/2006/relationships/tags" Target="../tags/tag9.xml"/><Relationship Id="rId1" Type="http://schemas.openxmlformats.org/officeDocument/2006/relationships/tags" Target="../tags/tag8.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8" Type="http://schemas.openxmlformats.org/officeDocument/2006/relationships/notesSlide" Target="../notesSlides/notesSlide9.xml"/><Relationship Id="rId7" Type="http://schemas.openxmlformats.org/officeDocument/2006/relationships/slideLayout" Target="../slideLayouts/slideLayout8.xml"/><Relationship Id="rId6" Type="http://schemas.openxmlformats.org/officeDocument/2006/relationships/tags" Target="../tags/tag16.xml"/><Relationship Id="rId5" Type="http://schemas.openxmlformats.org/officeDocument/2006/relationships/tags" Target="../tags/tag15.xml"/><Relationship Id="rId4" Type="http://schemas.openxmlformats.org/officeDocument/2006/relationships/tags" Target="../tags/tag14.xml"/><Relationship Id="rId3" Type="http://schemas.openxmlformats.org/officeDocument/2006/relationships/tags" Target="../tags/tag13.xml"/><Relationship Id="rId2" Type="http://schemas.openxmlformats.org/officeDocument/2006/relationships/tags" Target="../tags/tag12.xml"/><Relationship Id="rId1" Type="http://schemas.openxmlformats.org/officeDocument/2006/relationships/tags" Target="../tags/tag11.xml"/></Relationships>
</file>

<file path=ppt/slides/_rels/slide10.xml.rels><?xml version="1.0" encoding="UTF-8" standalone="yes"?>
<Relationships xmlns="http://schemas.openxmlformats.org/package/2006/relationships"><Relationship Id="rId5" Type="http://schemas.openxmlformats.org/officeDocument/2006/relationships/notesSlide" Target="../notesSlides/notesSlide10.xml"/><Relationship Id="rId4" Type="http://schemas.openxmlformats.org/officeDocument/2006/relationships/slideLayout" Target="../slideLayouts/slideLayout8.xml"/><Relationship Id="rId3" Type="http://schemas.openxmlformats.org/officeDocument/2006/relationships/tags" Target="../tags/tag18.xml"/><Relationship Id="rId2" Type="http://schemas.openxmlformats.org/officeDocument/2006/relationships/image" Target="../media/image6.png"/><Relationship Id="rId1" Type="http://schemas.openxmlformats.org/officeDocument/2006/relationships/tags" Target="../tags/tag17.xml"/></Relationships>
</file>

<file path=ppt/slides/_rels/slide11.xml.rels><?xml version="1.0" encoding="UTF-8" standalone="yes"?>
<Relationships xmlns="http://schemas.openxmlformats.org/package/2006/relationships"><Relationship Id="rId7" Type="http://schemas.openxmlformats.org/officeDocument/2006/relationships/notesSlide" Target="../notesSlides/notesSlide11.xml"/><Relationship Id="rId6" Type="http://schemas.openxmlformats.org/officeDocument/2006/relationships/slideLayout" Target="../slideLayouts/slideLayout8.xml"/><Relationship Id="rId5" Type="http://schemas.openxmlformats.org/officeDocument/2006/relationships/tags" Target="../tags/tag21.xml"/><Relationship Id="rId4" Type="http://schemas.openxmlformats.org/officeDocument/2006/relationships/image" Target="../media/image8.png"/><Relationship Id="rId3" Type="http://schemas.openxmlformats.org/officeDocument/2006/relationships/tags" Target="../tags/tag20.xml"/><Relationship Id="rId2" Type="http://schemas.openxmlformats.org/officeDocument/2006/relationships/image" Target="../media/image7.png"/><Relationship Id="rId1" Type="http://schemas.openxmlformats.org/officeDocument/2006/relationships/tags" Target="../tags/tag19.xml"/></Relationships>
</file>

<file path=ppt/slides/_rels/slide12.xml.rels><?xml version="1.0" encoding="UTF-8" standalone="yes"?>
<Relationships xmlns="http://schemas.openxmlformats.org/package/2006/relationships"><Relationship Id="rId9" Type="http://schemas.openxmlformats.org/officeDocument/2006/relationships/tags" Target="../tags/tag30.xml"/><Relationship Id="rId8" Type="http://schemas.openxmlformats.org/officeDocument/2006/relationships/tags" Target="../tags/tag29.xml"/><Relationship Id="rId7" Type="http://schemas.openxmlformats.org/officeDocument/2006/relationships/tags" Target="../tags/tag28.xml"/><Relationship Id="rId6" Type="http://schemas.openxmlformats.org/officeDocument/2006/relationships/tags" Target="../tags/tag27.xml"/><Relationship Id="rId5" Type="http://schemas.openxmlformats.org/officeDocument/2006/relationships/tags" Target="../tags/tag26.xml"/><Relationship Id="rId4" Type="http://schemas.openxmlformats.org/officeDocument/2006/relationships/tags" Target="../tags/tag25.xml"/><Relationship Id="rId3" Type="http://schemas.openxmlformats.org/officeDocument/2006/relationships/tags" Target="../tags/tag24.xml"/><Relationship Id="rId2" Type="http://schemas.openxmlformats.org/officeDocument/2006/relationships/tags" Target="../tags/tag23.xml"/><Relationship Id="rId11" Type="http://schemas.openxmlformats.org/officeDocument/2006/relationships/notesSlide" Target="../notesSlides/notesSlide12.xml"/><Relationship Id="rId10" Type="http://schemas.openxmlformats.org/officeDocument/2006/relationships/slideLayout" Target="../slideLayouts/slideLayout8.xml"/><Relationship Id="rId1" Type="http://schemas.openxmlformats.org/officeDocument/2006/relationships/tags" Target="../tags/tag22.xml"/></Relationships>
</file>

<file path=ppt/slides/_rels/slide13.xml.rels><?xml version="1.0" encoding="UTF-8" standalone="yes"?>
<Relationships xmlns="http://schemas.openxmlformats.org/package/2006/relationships"><Relationship Id="rId9" Type="http://schemas.openxmlformats.org/officeDocument/2006/relationships/tags" Target="../tags/tag39.xml"/><Relationship Id="rId8" Type="http://schemas.openxmlformats.org/officeDocument/2006/relationships/tags" Target="../tags/tag38.xml"/><Relationship Id="rId7" Type="http://schemas.openxmlformats.org/officeDocument/2006/relationships/tags" Target="../tags/tag37.xml"/><Relationship Id="rId6" Type="http://schemas.openxmlformats.org/officeDocument/2006/relationships/tags" Target="../tags/tag36.xml"/><Relationship Id="rId5" Type="http://schemas.openxmlformats.org/officeDocument/2006/relationships/tags" Target="../tags/tag35.xml"/><Relationship Id="rId4" Type="http://schemas.openxmlformats.org/officeDocument/2006/relationships/tags" Target="../tags/tag34.xml"/><Relationship Id="rId3" Type="http://schemas.openxmlformats.org/officeDocument/2006/relationships/tags" Target="../tags/tag33.xml"/><Relationship Id="rId2" Type="http://schemas.openxmlformats.org/officeDocument/2006/relationships/tags" Target="../tags/tag32.xml"/><Relationship Id="rId11" Type="http://schemas.openxmlformats.org/officeDocument/2006/relationships/notesSlide" Target="../notesSlides/notesSlide13.xml"/><Relationship Id="rId10" Type="http://schemas.openxmlformats.org/officeDocument/2006/relationships/slideLayout" Target="../slideLayouts/slideLayout8.xml"/><Relationship Id="rId1" Type="http://schemas.openxmlformats.org/officeDocument/2006/relationships/tags" Target="../tags/tag31.xml"/></Relationships>
</file>

<file path=ppt/slides/_rels/slide14.xml.rels><?xml version="1.0" encoding="UTF-8" standalone="yes"?>
<Relationships xmlns="http://schemas.openxmlformats.org/package/2006/relationships"><Relationship Id="rId9" Type="http://schemas.openxmlformats.org/officeDocument/2006/relationships/tags" Target="../tags/tag48.xml"/><Relationship Id="rId8" Type="http://schemas.openxmlformats.org/officeDocument/2006/relationships/tags" Target="../tags/tag47.xml"/><Relationship Id="rId7" Type="http://schemas.openxmlformats.org/officeDocument/2006/relationships/tags" Target="../tags/tag46.xml"/><Relationship Id="rId6" Type="http://schemas.openxmlformats.org/officeDocument/2006/relationships/tags" Target="../tags/tag45.xml"/><Relationship Id="rId5" Type="http://schemas.openxmlformats.org/officeDocument/2006/relationships/tags" Target="../tags/tag44.xml"/><Relationship Id="rId4" Type="http://schemas.openxmlformats.org/officeDocument/2006/relationships/tags" Target="../tags/tag43.xml"/><Relationship Id="rId3" Type="http://schemas.openxmlformats.org/officeDocument/2006/relationships/tags" Target="../tags/tag42.xml"/><Relationship Id="rId2" Type="http://schemas.openxmlformats.org/officeDocument/2006/relationships/tags" Target="../tags/tag41.xml"/><Relationship Id="rId11" Type="http://schemas.openxmlformats.org/officeDocument/2006/relationships/notesSlide" Target="../notesSlides/notesSlide14.xml"/><Relationship Id="rId10" Type="http://schemas.openxmlformats.org/officeDocument/2006/relationships/slideLayout" Target="../slideLayouts/slideLayout8.xml"/><Relationship Id="rId1" Type="http://schemas.openxmlformats.org/officeDocument/2006/relationships/tags" Target="../tags/tag40.xml"/></Relationships>
</file>

<file path=ppt/slides/_rels/slide15.xml.rels><?xml version="1.0" encoding="UTF-8" standalone="yes"?>
<Relationships xmlns="http://schemas.openxmlformats.org/package/2006/relationships"><Relationship Id="rId7" Type="http://schemas.openxmlformats.org/officeDocument/2006/relationships/notesSlide" Target="../notesSlides/notesSlide15.xml"/><Relationship Id="rId6" Type="http://schemas.openxmlformats.org/officeDocument/2006/relationships/slideLayout" Target="../slideLayouts/slideLayout8.xml"/><Relationship Id="rId5" Type="http://schemas.openxmlformats.org/officeDocument/2006/relationships/tags" Target="../tags/tag52.xml"/><Relationship Id="rId4" Type="http://schemas.openxmlformats.org/officeDocument/2006/relationships/image" Target="../media/image9.png"/><Relationship Id="rId3" Type="http://schemas.openxmlformats.org/officeDocument/2006/relationships/tags" Target="../tags/tag51.xml"/><Relationship Id="rId2" Type="http://schemas.openxmlformats.org/officeDocument/2006/relationships/tags" Target="../tags/tag50.xml"/><Relationship Id="rId1" Type="http://schemas.openxmlformats.org/officeDocument/2006/relationships/tags" Target="../tags/tag49.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8" Type="http://schemas.openxmlformats.org/officeDocument/2006/relationships/notesSlide" Target="../notesSlides/notesSlide17.xml"/><Relationship Id="rId7" Type="http://schemas.openxmlformats.org/officeDocument/2006/relationships/slideLayout" Target="../slideLayouts/slideLayout5.xml"/><Relationship Id="rId6" Type="http://schemas.openxmlformats.org/officeDocument/2006/relationships/image" Target="../media/image12.svg"/><Relationship Id="rId5" Type="http://schemas.openxmlformats.org/officeDocument/2006/relationships/image" Target="../media/image11.png"/><Relationship Id="rId4" Type="http://schemas.openxmlformats.org/officeDocument/2006/relationships/tags" Target="../tags/tag55.xml"/><Relationship Id="rId3" Type="http://schemas.openxmlformats.org/officeDocument/2006/relationships/tags" Target="../tags/tag54.xml"/><Relationship Id="rId2" Type="http://schemas.openxmlformats.org/officeDocument/2006/relationships/image" Target="../media/image10.jpeg"/><Relationship Id="rId1" Type="http://schemas.openxmlformats.org/officeDocument/2006/relationships/tags" Target="../tags/tag53.xml"/></Relationships>
</file>

<file path=ppt/slides/_rels/slide18.xml.rels><?xml version="1.0" encoding="UTF-8" standalone="yes"?>
<Relationships xmlns="http://schemas.openxmlformats.org/package/2006/relationships"><Relationship Id="rId9" Type="http://schemas.openxmlformats.org/officeDocument/2006/relationships/tags" Target="../tags/tag64.xml"/><Relationship Id="rId8" Type="http://schemas.openxmlformats.org/officeDocument/2006/relationships/tags" Target="../tags/tag63.xml"/><Relationship Id="rId7" Type="http://schemas.openxmlformats.org/officeDocument/2006/relationships/tags" Target="../tags/tag62.xml"/><Relationship Id="rId6" Type="http://schemas.openxmlformats.org/officeDocument/2006/relationships/tags" Target="../tags/tag61.xml"/><Relationship Id="rId5" Type="http://schemas.openxmlformats.org/officeDocument/2006/relationships/tags" Target="../tags/tag60.xml"/><Relationship Id="rId4" Type="http://schemas.openxmlformats.org/officeDocument/2006/relationships/tags" Target="../tags/tag59.xml"/><Relationship Id="rId3" Type="http://schemas.openxmlformats.org/officeDocument/2006/relationships/tags" Target="../tags/tag58.xml"/><Relationship Id="rId2" Type="http://schemas.openxmlformats.org/officeDocument/2006/relationships/tags" Target="../tags/tag57.xml"/><Relationship Id="rId17" Type="http://schemas.openxmlformats.org/officeDocument/2006/relationships/notesSlide" Target="../notesSlides/notesSlide18.xml"/><Relationship Id="rId16" Type="http://schemas.openxmlformats.org/officeDocument/2006/relationships/slideLayout" Target="../slideLayouts/slideLayout8.xml"/><Relationship Id="rId15" Type="http://schemas.openxmlformats.org/officeDocument/2006/relationships/tags" Target="../tags/tag70.xml"/><Relationship Id="rId14" Type="http://schemas.openxmlformats.org/officeDocument/2006/relationships/tags" Target="../tags/tag69.xml"/><Relationship Id="rId13" Type="http://schemas.openxmlformats.org/officeDocument/2006/relationships/tags" Target="../tags/tag68.xml"/><Relationship Id="rId12" Type="http://schemas.openxmlformats.org/officeDocument/2006/relationships/tags" Target="../tags/tag67.xml"/><Relationship Id="rId11" Type="http://schemas.openxmlformats.org/officeDocument/2006/relationships/tags" Target="../tags/tag66.xml"/><Relationship Id="rId10" Type="http://schemas.openxmlformats.org/officeDocument/2006/relationships/tags" Target="../tags/tag65.xml"/><Relationship Id="rId1" Type="http://schemas.openxmlformats.org/officeDocument/2006/relationships/tags" Target="../tags/tag56.xml"/></Relationships>
</file>

<file path=ppt/slides/_rels/slide19.xml.rels><?xml version="1.0" encoding="UTF-8" standalone="yes"?>
<Relationships xmlns="http://schemas.openxmlformats.org/package/2006/relationships"><Relationship Id="rId5" Type="http://schemas.openxmlformats.org/officeDocument/2006/relationships/notesSlide" Target="../notesSlides/notesSlide19.xml"/><Relationship Id="rId4" Type="http://schemas.openxmlformats.org/officeDocument/2006/relationships/slideLayout" Target="../slideLayouts/slideLayout8.xml"/><Relationship Id="rId3" Type="http://schemas.openxmlformats.org/officeDocument/2006/relationships/tags" Target="../tags/tag73.xml"/><Relationship Id="rId2" Type="http://schemas.openxmlformats.org/officeDocument/2006/relationships/tags" Target="../tags/tag72.xml"/><Relationship Id="rId1" Type="http://schemas.openxmlformats.org/officeDocument/2006/relationships/tags" Target="../tags/tag71.xml"/></Relationships>
</file>

<file path=ppt/slides/_rels/slide20.xml.rels><?xml version="1.0" encoding="UTF-8" standalone="yes"?>
<Relationships xmlns="http://schemas.openxmlformats.org/package/2006/relationships"><Relationship Id="rId9" Type="http://schemas.openxmlformats.org/officeDocument/2006/relationships/tags" Target="../tags/tag82.xml"/><Relationship Id="rId8" Type="http://schemas.openxmlformats.org/officeDocument/2006/relationships/tags" Target="../tags/tag81.xml"/><Relationship Id="rId7" Type="http://schemas.openxmlformats.org/officeDocument/2006/relationships/tags" Target="../tags/tag80.xml"/><Relationship Id="rId6" Type="http://schemas.openxmlformats.org/officeDocument/2006/relationships/tags" Target="../tags/tag79.xml"/><Relationship Id="rId5" Type="http://schemas.openxmlformats.org/officeDocument/2006/relationships/tags" Target="../tags/tag78.xml"/><Relationship Id="rId4" Type="http://schemas.openxmlformats.org/officeDocument/2006/relationships/tags" Target="../tags/tag77.xml"/><Relationship Id="rId3" Type="http://schemas.openxmlformats.org/officeDocument/2006/relationships/tags" Target="../tags/tag76.xml"/><Relationship Id="rId2" Type="http://schemas.openxmlformats.org/officeDocument/2006/relationships/tags" Target="../tags/tag75.xml"/><Relationship Id="rId17" Type="http://schemas.openxmlformats.org/officeDocument/2006/relationships/notesSlide" Target="../notesSlides/notesSlide20.xml"/><Relationship Id="rId16" Type="http://schemas.openxmlformats.org/officeDocument/2006/relationships/slideLayout" Target="../slideLayouts/slideLayout8.xml"/><Relationship Id="rId15" Type="http://schemas.openxmlformats.org/officeDocument/2006/relationships/tags" Target="../tags/tag88.xml"/><Relationship Id="rId14" Type="http://schemas.openxmlformats.org/officeDocument/2006/relationships/tags" Target="../tags/tag87.xml"/><Relationship Id="rId13" Type="http://schemas.openxmlformats.org/officeDocument/2006/relationships/tags" Target="../tags/tag86.xml"/><Relationship Id="rId12" Type="http://schemas.openxmlformats.org/officeDocument/2006/relationships/tags" Target="../tags/tag85.xml"/><Relationship Id="rId11" Type="http://schemas.openxmlformats.org/officeDocument/2006/relationships/tags" Target="../tags/tag84.xml"/><Relationship Id="rId10" Type="http://schemas.openxmlformats.org/officeDocument/2006/relationships/tags" Target="../tags/tag83.xml"/><Relationship Id="rId1" Type="http://schemas.openxmlformats.org/officeDocument/2006/relationships/tags" Target="../tags/tag74.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9" Type="http://schemas.openxmlformats.org/officeDocument/2006/relationships/slideLayout" Target="../slideLayouts/slideLayout8.xml"/><Relationship Id="rId8" Type="http://schemas.openxmlformats.org/officeDocument/2006/relationships/tags" Target="../tags/tag95.xml"/><Relationship Id="rId7" Type="http://schemas.openxmlformats.org/officeDocument/2006/relationships/tags" Target="../tags/tag94.xml"/><Relationship Id="rId6" Type="http://schemas.openxmlformats.org/officeDocument/2006/relationships/tags" Target="../tags/tag93.xml"/><Relationship Id="rId5" Type="http://schemas.openxmlformats.org/officeDocument/2006/relationships/tags" Target="../tags/tag92.xml"/><Relationship Id="rId4" Type="http://schemas.openxmlformats.org/officeDocument/2006/relationships/image" Target="../media/image13.jpeg"/><Relationship Id="rId3" Type="http://schemas.openxmlformats.org/officeDocument/2006/relationships/tags" Target="../tags/tag91.xml"/><Relationship Id="rId2" Type="http://schemas.openxmlformats.org/officeDocument/2006/relationships/tags" Target="../tags/tag90.xml"/><Relationship Id="rId10" Type="http://schemas.openxmlformats.org/officeDocument/2006/relationships/notesSlide" Target="../notesSlides/notesSlide22.xml"/><Relationship Id="rId1" Type="http://schemas.openxmlformats.org/officeDocument/2006/relationships/tags" Target="../tags/tag89.xml"/></Relationships>
</file>

<file path=ppt/slides/_rels/slide23.xml.rels><?xml version="1.0" encoding="UTF-8" standalone="yes"?>
<Relationships xmlns="http://schemas.openxmlformats.org/package/2006/relationships"><Relationship Id="rId5" Type="http://schemas.openxmlformats.org/officeDocument/2006/relationships/notesSlide" Target="../notesSlides/notesSlide23.xml"/><Relationship Id="rId4" Type="http://schemas.openxmlformats.org/officeDocument/2006/relationships/slideLayout" Target="../slideLayouts/slideLayout8.xml"/><Relationship Id="rId3" Type="http://schemas.openxmlformats.org/officeDocument/2006/relationships/tags" Target="../tags/tag97.xml"/><Relationship Id="rId2" Type="http://schemas.openxmlformats.org/officeDocument/2006/relationships/image" Target="../media/image14.png"/><Relationship Id="rId1" Type="http://schemas.openxmlformats.org/officeDocument/2006/relationships/tags" Target="../tags/tag96.xml"/></Relationships>
</file>

<file path=ppt/slides/_rels/slide24.xml.rels><?xml version="1.0" encoding="UTF-8" standalone="yes"?>
<Relationships xmlns="http://schemas.openxmlformats.org/package/2006/relationships"><Relationship Id="rId7" Type="http://schemas.openxmlformats.org/officeDocument/2006/relationships/notesSlide" Target="../notesSlides/notesSlide24.xml"/><Relationship Id="rId6" Type="http://schemas.openxmlformats.org/officeDocument/2006/relationships/slideLayout" Target="../slideLayouts/slideLayout8.xml"/><Relationship Id="rId5" Type="http://schemas.openxmlformats.org/officeDocument/2006/relationships/tags" Target="../tags/tag102.xml"/><Relationship Id="rId4" Type="http://schemas.openxmlformats.org/officeDocument/2006/relationships/tags" Target="../tags/tag101.xml"/><Relationship Id="rId3" Type="http://schemas.openxmlformats.org/officeDocument/2006/relationships/tags" Target="../tags/tag100.xml"/><Relationship Id="rId2" Type="http://schemas.openxmlformats.org/officeDocument/2006/relationships/tags" Target="../tags/tag99.xml"/><Relationship Id="rId1" Type="http://schemas.openxmlformats.org/officeDocument/2006/relationships/tags" Target="../tags/tag98.xml"/></Relationships>
</file>

<file path=ppt/slides/_rels/slide25.xml.rels><?xml version="1.0" encoding="UTF-8" standalone="yes"?>
<Relationships xmlns="http://schemas.openxmlformats.org/package/2006/relationships"><Relationship Id="rId5" Type="http://schemas.openxmlformats.org/officeDocument/2006/relationships/notesSlide" Target="../notesSlides/notesSlide25.xml"/><Relationship Id="rId4" Type="http://schemas.openxmlformats.org/officeDocument/2006/relationships/slideLayout" Target="../slideLayouts/slideLayout8.xml"/><Relationship Id="rId3" Type="http://schemas.openxmlformats.org/officeDocument/2006/relationships/tags" Target="../tags/tag105.xml"/><Relationship Id="rId2" Type="http://schemas.openxmlformats.org/officeDocument/2006/relationships/tags" Target="../tags/tag104.xml"/><Relationship Id="rId1" Type="http://schemas.openxmlformats.org/officeDocument/2006/relationships/tags" Target="../tags/tag103.xml"/></Relationships>
</file>

<file path=ppt/slides/_rels/slide26.xml.rels><?xml version="1.0" encoding="UTF-8" standalone="yes"?>
<Relationships xmlns="http://schemas.openxmlformats.org/package/2006/relationships"><Relationship Id="rId9" Type="http://schemas.openxmlformats.org/officeDocument/2006/relationships/tags" Target="../tags/tag114.xml"/><Relationship Id="rId8" Type="http://schemas.openxmlformats.org/officeDocument/2006/relationships/tags" Target="../tags/tag113.xml"/><Relationship Id="rId7" Type="http://schemas.openxmlformats.org/officeDocument/2006/relationships/tags" Target="../tags/tag112.xml"/><Relationship Id="rId6" Type="http://schemas.openxmlformats.org/officeDocument/2006/relationships/tags" Target="../tags/tag111.xml"/><Relationship Id="rId5" Type="http://schemas.openxmlformats.org/officeDocument/2006/relationships/tags" Target="../tags/tag110.xml"/><Relationship Id="rId4" Type="http://schemas.openxmlformats.org/officeDocument/2006/relationships/tags" Target="../tags/tag109.xml"/><Relationship Id="rId3" Type="http://schemas.openxmlformats.org/officeDocument/2006/relationships/tags" Target="../tags/tag108.xml"/><Relationship Id="rId2" Type="http://schemas.openxmlformats.org/officeDocument/2006/relationships/tags" Target="../tags/tag107.xml"/><Relationship Id="rId17" Type="http://schemas.openxmlformats.org/officeDocument/2006/relationships/notesSlide" Target="../notesSlides/notesSlide26.xml"/><Relationship Id="rId16" Type="http://schemas.openxmlformats.org/officeDocument/2006/relationships/slideLayout" Target="../slideLayouts/slideLayout8.xml"/><Relationship Id="rId15" Type="http://schemas.openxmlformats.org/officeDocument/2006/relationships/tags" Target="../tags/tag120.xml"/><Relationship Id="rId14" Type="http://schemas.openxmlformats.org/officeDocument/2006/relationships/tags" Target="../tags/tag119.xml"/><Relationship Id="rId13" Type="http://schemas.openxmlformats.org/officeDocument/2006/relationships/tags" Target="../tags/tag118.xml"/><Relationship Id="rId12" Type="http://schemas.openxmlformats.org/officeDocument/2006/relationships/tags" Target="../tags/tag117.xml"/><Relationship Id="rId11" Type="http://schemas.openxmlformats.org/officeDocument/2006/relationships/tags" Target="../tags/tag116.xml"/><Relationship Id="rId10" Type="http://schemas.openxmlformats.org/officeDocument/2006/relationships/tags" Target="../tags/tag115.xml"/><Relationship Id="rId1" Type="http://schemas.openxmlformats.org/officeDocument/2006/relationships/tags" Target="../tags/tag106.xml"/></Relationships>
</file>

<file path=ppt/slides/_rels/slide27.xml.rels><?xml version="1.0" encoding="UTF-8" standalone="yes"?>
<Relationships xmlns="http://schemas.openxmlformats.org/package/2006/relationships"><Relationship Id="rId5" Type="http://schemas.openxmlformats.org/officeDocument/2006/relationships/notesSlide" Target="../notesSlides/notesSlide27.xml"/><Relationship Id="rId4" Type="http://schemas.openxmlformats.org/officeDocument/2006/relationships/slideLayout" Target="../slideLayouts/slideLayout8.xml"/><Relationship Id="rId3" Type="http://schemas.openxmlformats.org/officeDocument/2006/relationships/tags" Target="../tags/tag123.xml"/><Relationship Id="rId2" Type="http://schemas.openxmlformats.org/officeDocument/2006/relationships/tags" Target="../tags/tag122.xml"/><Relationship Id="rId1" Type="http://schemas.openxmlformats.org/officeDocument/2006/relationships/tags" Target="../tags/tag12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6" Type="http://schemas.openxmlformats.org/officeDocument/2006/relationships/notesSlide" Target="../notesSlides/notesSlide29.xml"/><Relationship Id="rId5" Type="http://schemas.openxmlformats.org/officeDocument/2006/relationships/slideLayout" Target="../slideLayouts/slideLayout8.xml"/><Relationship Id="rId4" Type="http://schemas.openxmlformats.org/officeDocument/2006/relationships/tags" Target="../tags/tag127.xml"/><Relationship Id="rId3" Type="http://schemas.openxmlformats.org/officeDocument/2006/relationships/tags" Target="../tags/tag126.xml"/><Relationship Id="rId2" Type="http://schemas.openxmlformats.org/officeDocument/2006/relationships/tags" Target="../tags/tag125.xml"/><Relationship Id="rId1" Type="http://schemas.openxmlformats.org/officeDocument/2006/relationships/tags" Target="../tags/tag124.xml"/></Relationships>
</file>

<file path=ppt/slides/_rels/slide30.xml.rels><?xml version="1.0" encoding="UTF-8" standalone="yes"?>
<Relationships xmlns="http://schemas.openxmlformats.org/package/2006/relationships"><Relationship Id="rId7" Type="http://schemas.openxmlformats.org/officeDocument/2006/relationships/notesSlide" Target="../notesSlides/notesSlide30.xml"/><Relationship Id="rId6" Type="http://schemas.openxmlformats.org/officeDocument/2006/relationships/slideLayout" Target="../slideLayouts/slideLayout8.xml"/><Relationship Id="rId5" Type="http://schemas.openxmlformats.org/officeDocument/2006/relationships/tags" Target="../tags/tag131.xml"/><Relationship Id="rId4" Type="http://schemas.openxmlformats.org/officeDocument/2006/relationships/image" Target="../media/image15.png"/><Relationship Id="rId3" Type="http://schemas.openxmlformats.org/officeDocument/2006/relationships/tags" Target="../tags/tag130.xml"/><Relationship Id="rId2" Type="http://schemas.openxmlformats.org/officeDocument/2006/relationships/tags" Target="../tags/tag129.xml"/><Relationship Id="rId1" Type="http://schemas.openxmlformats.org/officeDocument/2006/relationships/tags" Target="../tags/tag128.xml"/></Relationships>
</file>

<file path=ppt/slides/_rels/slide31.xml.rels><?xml version="1.0" encoding="UTF-8" standalone="yes"?>
<Relationships xmlns="http://schemas.openxmlformats.org/package/2006/relationships"><Relationship Id="rId6" Type="http://schemas.openxmlformats.org/officeDocument/2006/relationships/notesSlide" Target="../notesSlides/notesSlide31.xml"/><Relationship Id="rId5" Type="http://schemas.openxmlformats.org/officeDocument/2006/relationships/slideLayout" Target="../slideLayouts/slideLayout8.xml"/><Relationship Id="rId4" Type="http://schemas.openxmlformats.org/officeDocument/2006/relationships/tags" Target="../tags/tag135.xml"/><Relationship Id="rId3" Type="http://schemas.openxmlformats.org/officeDocument/2006/relationships/tags" Target="../tags/tag134.xml"/><Relationship Id="rId2" Type="http://schemas.openxmlformats.org/officeDocument/2006/relationships/tags" Target="../tags/tag133.xml"/><Relationship Id="rId1" Type="http://schemas.openxmlformats.org/officeDocument/2006/relationships/tags" Target="../tags/tag132.xml"/></Relationships>
</file>

<file path=ppt/slides/_rels/slide32.xml.rels><?xml version="1.0" encoding="UTF-8" standalone="yes"?>
<Relationships xmlns="http://schemas.openxmlformats.org/package/2006/relationships"><Relationship Id="rId7" Type="http://schemas.openxmlformats.org/officeDocument/2006/relationships/notesSlide" Target="../notesSlides/notesSlide32.xml"/><Relationship Id="rId6" Type="http://schemas.openxmlformats.org/officeDocument/2006/relationships/slideLayout" Target="../slideLayouts/slideLayout8.xml"/><Relationship Id="rId5" Type="http://schemas.openxmlformats.org/officeDocument/2006/relationships/tags" Target="../tags/tag139.xml"/><Relationship Id="rId4" Type="http://schemas.openxmlformats.org/officeDocument/2006/relationships/image" Target="../media/image16.png"/><Relationship Id="rId3" Type="http://schemas.openxmlformats.org/officeDocument/2006/relationships/tags" Target="../tags/tag138.xml"/><Relationship Id="rId2" Type="http://schemas.openxmlformats.org/officeDocument/2006/relationships/tags" Target="../tags/tag137.xml"/><Relationship Id="rId1" Type="http://schemas.openxmlformats.org/officeDocument/2006/relationships/tags" Target="../tags/tag136.xml"/></Relationships>
</file>

<file path=ppt/slides/_rels/slide33.xml.rels><?xml version="1.0" encoding="UTF-8" standalone="yes"?>
<Relationships xmlns="http://schemas.openxmlformats.org/package/2006/relationships"><Relationship Id="rId5" Type="http://schemas.openxmlformats.org/officeDocument/2006/relationships/notesSlide" Target="../notesSlides/notesSlide33.xml"/><Relationship Id="rId4" Type="http://schemas.openxmlformats.org/officeDocument/2006/relationships/slideLayout" Target="../slideLayouts/slideLayout8.xml"/><Relationship Id="rId3" Type="http://schemas.openxmlformats.org/officeDocument/2006/relationships/tags" Target="../tags/tag142.xml"/><Relationship Id="rId2" Type="http://schemas.openxmlformats.org/officeDocument/2006/relationships/tags" Target="../tags/tag141.xml"/><Relationship Id="rId1" Type="http://schemas.openxmlformats.org/officeDocument/2006/relationships/tags" Target="../tags/tag140.xml"/></Relationships>
</file>

<file path=ppt/slides/_rels/slide34.xml.rels><?xml version="1.0" encoding="UTF-8" standalone="yes"?>
<Relationships xmlns="http://schemas.openxmlformats.org/package/2006/relationships"><Relationship Id="rId7" Type="http://schemas.openxmlformats.org/officeDocument/2006/relationships/notesSlide" Target="../notesSlides/notesSlide34.xml"/><Relationship Id="rId6" Type="http://schemas.openxmlformats.org/officeDocument/2006/relationships/slideLayout" Target="../slideLayouts/slideLayout8.xml"/><Relationship Id="rId5" Type="http://schemas.openxmlformats.org/officeDocument/2006/relationships/tags" Target="../tags/tag146.xml"/><Relationship Id="rId4" Type="http://schemas.openxmlformats.org/officeDocument/2006/relationships/tags" Target="../tags/tag145.xml"/><Relationship Id="rId3" Type="http://schemas.openxmlformats.org/officeDocument/2006/relationships/image" Target="../media/image17.png"/><Relationship Id="rId2" Type="http://schemas.openxmlformats.org/officeDocument/2006/relationships/tags" Target="../tags/tag144.xml"/><Relationship Id="rId1" Type="http://schemas.openxmlformats.org/officeDocument/2006/relationships/tags" Target="../tags/tag143.xml"/></Relationships>
</file>

<file path=ppt/slides/_rels/slide35.xml.rels><?xml version="1.0" encoding="UTF-8" standalone="yes"?>
<Relationships xmlns="http://schemas.openxmlformats.org/package/2006/relationships"><Relationship Id="rId8" Type="http://schemas.openxmlformats.org/officeDocument/2006/relationships/notesSlide" Target="../notesSlides/notesSlide35.xml"/><Relationship Id="rId7" Type="http://schemas.openxmlformats.org/officeDocument/2006/relationships/slideLayout" Target="../slideLayouts/slideLayout8.xml"/><Relationship Id="rId6" Type="http://schemas.openxmlformats.org/officeDocument/2006/relationships/tags" Target="../tags/tag151.xml"/><Relationship Id="rId5" Type="http://schemas.openxmlformats.org/officeDocument/2006/relationships/image" Target="../media/image18.png"/><Relationship Id="rId4" Type="http://schemas.openxmlformats.org/officeDocument/2006/relationships/tags" Target="../tags/tag150.xml"/><Relationship Id="rId3" Type="http://schemas.openxmlformats.org/officeDocument/2006/relationships/tags" Target="../tags/tag149.xml"/><Relationship Id="rId2" Type="http://schemas.openxmlformats.org/officeDocument/2006/relationships/tags" Target="../tags/tag148.xml"/><Relationship Id="rId1" Type="http://schemas.openxmlformats.org/officeDocument/2006/relationships/tags" Target="../tags/tag147.xml"/></Relationships>
</file>

<file path=ppt/slides/_rels/slide36.xml.rels><?xml version="1.0" encoding="UTF-8" standalone="yes"?>
<Relationships xmlns="http://schemas.openxmlformats.org/package/2006/relationships"><Relationship Id="rId7" Type="http://schemas.openxmlformats.org/officeDocument/2006/relationships/notesSlide" Target="../notesSlides/notesSlide36.xml"/><Relationship Id="rId6" Type="http://schemas.openxmlformats.org/officeDocument/2006/relationships/slideLayout" Target="../slideLayouts/slideLayout8.xml"/><Relationship Id="rId5" Type="http://schemas.openxmlformats.org/officeDocument/2006/relationships/tags" Target="../tags/tag155.xml"/><Relationship Id="rId4" Type="http://schemas.openxmlformats.org/officeDocument/2006/relationships/tags" Target="../tags/tag154.xml"/><Relationship Id="rId3" Type="http://schemas.openxmlformats.org/officeDocument/2006/relationships/tags" Target="../tags/tag153.xml"/><Relationship Id="rId2" Type="http://schemas.openxmlformats.org/officeDocument/2006/relationships/image" Target="../media/image19.png"/><Relationship Id="rId1" Type="http://schemas.openxmlformats.org/officeDocument/2006/relationships/tags" Target="../tags/tag15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6" Type="http://schemas.openxmlformats.org/officeDocument/2006/relationships/notesSlide" Target="../notesSlides/notesSlide38.xml"/><Relationship Id="rId5" Type="http://schemas.openxmlformats.org/officeDocument/2006/relationships/slideLayout" Target="../slideLayouts/slideLayout8.xml"/><Relationship Id="rId4" Type="http://schemas.openxmlformats.org/officeDocument/2006/relationships/tags" Target="../tags/tag159.xml"/><Relationship Id="rId3" Type="http://schemas.openxmlformats.org/officeDocument/2006/relationships/tags" Target="../tags/tag158.xml"/><Relationship Id="rId2" Type="http://schemas.openxmlformats.org/officeDocument/2006/relationships/tags" Target="../tags/tag157.xml"/><Relationship Id="rId1" Type="http://schemas.openxmlformats.org/officeDocument/2006/relationships/tags" Target="../tags/tag156.xml"/></Relationships>
</file>

<file path=ppt/slides/_rels/slide39.xml.rels><?xml version="1.0" encoding="UTF-8" standalone="yes"?>
<Relationships xmlns="http://schemas.openxmlformats.org/package/2006/relationships"><Relationship Id="rId6" Type="http://schemas.openxmlformats.org/officeDocument/2006/relationships/notesSlide" Target="../notesSlides/notesSlide39.xml"/><Relationship Id="rId5" Type="http://schemas.openxmlformats.org/officeDocument/2006/relationships/slideLayout" Target="../slideLayouts/slideLayout8.xml"/><Relationship Id="rId4" Type="http://schemas.openxmlformats.org/officeDocument/2006/relationships/tags" Target="../tags/tag163.xml"/><Relationship Id="rId3" Type="http://schemas.openxmlformats.org/officeDocument/2006/relationships/tags" Target="../tags/tag162.xml"/><Relationship Id="rId2" Type="http://schemas.openxmlformats.org/officeDocument/2006/relationships/tags" Target="../tags/tag161.xml"/><Relationship Id="rId1" Type="http://schemas.openxmlformats.org/officeDocument/2006/relationships/tags" Target="../tags/tag160.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1466850" y="1095375"/>
            <a:ext cx="6301740" cy="1404938"/>
          </a:xfrm>
          <a:prstGeom prst="rect">
            <a:avLst/>
          </a:prstGeom>
          <a:noFill/>
        </p:spPr>
        <p:txBody>
          <a:bodyPr wrap="square" rtlCol="0" anchor="b"/>
          <a:lstStyle/>
          <a:p>
            <a:pPr marL="0" indent="0" algn="ctr">
              <a:buNone/>
            </a:pPr>
            <a:r>
              <a:rPr lang="en-US" sz="3500" b="1" dirty="0">
                <a:solidFill>
                  <a:srgbClr val="144A82"/>
                </a:solidFill>
                <a:latin typeface="Noto Sans SC" pitchFamily="34" charset="0"/>
                <a:ea typeface="Noto Sans SC" pitchFamily="34" charset="-122"/>
                <a:cs typeface="Noto Sans SC" pitchFamily="34" charset="-120"/>
              </a:rPr>
              <a:t>社交媒体用户模拟的混合框架</a:t>
            </a:r>
            <a:endParaRPr lang="en-US" sz="3500" dirty="0"/>
          </a:p>
        </p:txBody>
      </p:sp>
      <p:sp>
        <p:nvSpPr>
          <p:cNvPr id="3" name="Text 1"/>
          <p:cNvSpPr/>
          <p:nvPr/>
        </p:nvSpPr>
        <p:spPr>
          <a:xfrm>
            <a:off x="2319338" y="3595688"/>
            <a:ext cx="4601528" cy="428625"/>
          </a:xfrm>
          <a:prstGeom prst="rect">
            <a:avLst/>
          </a:prstGeom>
          <a:noFill/>
        </p:spPr>
        <p:txBody>
          <a:bodyPr wrap="square" rtlCol="0" anchor="ctr"/>
          <a:lstStyle/>
          <a:p>
            <a:pPr marL="0" indent="0" algn="ctr">
              <a:buNone/>
            </a:pPr>
            <a:r>
              <a:rPr lang="zh-CN" altLang="en-US" sz="2100" dirty="0"/>
              <a:t>黄浩程</a:t>
            </a:r>
            <a:endParaRPr lang="zh-CN" altLang="en-US" sz="2100" dirty="0"/>
          </a:p>
        </p:txBody>
      </p:sp>
      <p:sp>
        <p:nvSpPr>
          <p:cNvPr id="4" name="Text 2"/>
          <p:cNvSpPr/>
          <p:nvPr/>
        </p:nvSpPr>
        <p:spPr>
          <a:xfrm>
            <a:off x="2700338" y="2924175"/>
            <a:ext cx="1709738" cy="247650"/>
          </a:xfrm>
          <a:prstGeom prst="rect">
            <a:avLst/>
          </a:prstGeom>
          <a:noFill/>
        </p:spPr>
        <p:txBody>
          <a:bodyPr wrap="square" rtlCol="0" anchor="ctr"/>
          <a:lstStyle/>
          <a:p>
            <a:pPr marL="0" indent="0" algn="ctr">
              <a:buNone/>
            </a:pPr>
            <a:r>
              <a:rPr lang="en-US" sz="1400" dirty="0">
                <a:solidFill>
                  <a:srgbClr val="FFFFFF"/>
                </a:solidFill>
                <a:latin typeface="Noto Sans SC" pitchFamily="34" charset="0"/>
                <a:ea typeface="Noto Sans SC" pitchFamily="34" charset="-122"/>
                <a:cs typeface="Noto Sans SC" pitchFamily="34" charset="-120"/>
              </a:rPr>
              <a:t>MindShow.fun</a:t>
            </a:r>
            <a:endParaRPr lang="en-US" sz="1400" dirty="0"/>
          </a:p>
        </p:txBody>
      </p:sp>
      <p:sp>
        <p:nvSpPr>
          <p:cNvPr id="5" name="Text 3"/>
          <p:cNvSpPr/>
          <p:nvPr/>
        </p:nvSpPr>
        <p:spPr>
          <a:xfrm>
            <a:off x="4738688" y="2924175"/>
            <a:ext cx="1709738" cy="247650"/>
          </a:xfrm>
          <a:prstGeom prst="rect">
            <a:avLst/>
          </a:prstGeom>
          <a:noFill/>
        </p:spPr>
        <p:txBody>
          <a:bodyPr wrap="square" rtlCol="0" anchor="ctr"/>
          <a:lstStyle/>
          <a:p>
            <a:pPr marL="0" indent="0" algn="ctr">
              <a:buNone/>
            </a:pPr>
            <a:r>
              <a:rPr lang="en-US" sz="1400" dirty="0">
                <a:solidFill>
                  <a:srgbClr val="144A82"/>
                </a:solidFill>
                <a:latin typeface="Noto Sans SC" pitchFamily="34" charset="0"/>
                <a:ea typeface="Noto Sans SC" pitchFamily="34" charset="-122"/>
                <a:cs typeface="Noto Sans SC" pitchFamily="34" charset="-120"/>
              </a:rPr>
              <a:t>2024-05-27</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p:cNvSpPr txBox="1"/>
          <p:nvPr/>
        </p:nvSpPr>
        <p:spPr>
          <a:xfrm>
            <a:off x="2457450" y="73025"/>
            <a:ext cx="6686550" cy="4799965"/>
          </a:xfrm>
          <a:prstGeom prst="rect">
            <a:avLst/>
          </a:prstGeom>
          <a:noFill/>
        </p:spPr>
        <p:txBody>
          <a:bodyPr wrap="square" rtlCol="0">
            <a:spAutoFit/>
          </a:bodyPr>
          <a:p>
            <a:r>
              <a:rPr lang="en-US" altLang="zh-CN"/>
              <a:t>     </a:t>
            </a:r>
            <a:r>
              <a:rPr lang="zh-CN" altLang="en-US"/>
              <a:t>Social media has emerged as a cornerstone of</a:t>
            </a:r>
            <a:r>
              <a:rPr lang="en-US" altLang="zh-CN"/>
              <a:t> </a:t>
            </a:r>
            <a:r>
              <a:rPr lang="zh-CN" altLang="en-US"/>
              <a:t>social movements,</a:t>
            </a:r>
            <a:r>
              <a:rPr lang="en-US" altLang="zh-CN"/>
              <a:t> </a:t>
            </a:r>
            <a:r>
              <a:rPr lang="zh-CN" altLang="en-US"/>
              <a:t>wielding significant influence in driving societal change.</a:t>
            </a:r>
            <a:r>
              <a:rPr lang="en-US" altLang="zh-CN"/>
              <a:t> </a:t>
            </a:r>
            <a:r>
              <a:rPr lang="zh-CN" altLang="en-US"/>
              <a:t>Simulating</a:t>
            </a:r>
            <a:r>
              <a:rPr lang="en-US" altLang="zh-CN"/>
              <a:t> </a:t>
            </a:r>
            <a:r>
              <a:rPr lang="zh-CN" altLang="en-US"/>
              <a:t>the response of the public and forecasting the</a:t>
            </a:r>
            <a:r>
              <a:rPr lang="en-US" altLang="zh-CN"/>
              <a:t> </a:t>
            </a:r>
            <a:r>
              <a:rPr lang="zh-CN" altLang="en-US"/>
              <a:t>potential impact has become increasingly important.</a:t>
            </a:r>
            <a:r>
              <a:rPr lang="en-US" altLang="zh-CN"/>
              <a:t> </a:t>
            </a:r>
            <a:r>
              <a:rPr lang="zh-CN" altLang="en-US"/>
              <a:t>However,</a:t>
            </a:r>
            <a:r>
              <a:rPr lang="en-US" altLang="zh-CN"/>
              <a:t> </a:t>
            </a:r>
            <a:r>
              <a:rPr lang="zh-CN" altLang="en-US"/>
              <a:t>existing methods for simulating such phenomena encounter challenges</a:t>
            </a:r>
            <a:r>
              <a:rPr lang="en-US" altLang="zh-CN"/>
              <a:t> </a:t>
            </a:r>
            <a:r>
              <a:rPr lang="zh-CN" altLang="en-US"/>
              <a:t>concerning their efficacy and efficiency in capturing the behaviors of social movement participants.</a:t>
            </a:r>
            <a:r>
              <a:rPr lang="en-US" altLang="zh-CN"/>
              <a:t> </a:t>
            </a:r>
            <a:r>
              <a:rPr lang="zh-CN" altLang="en-US"/>
              <a:t>In this paper,</a:t>
            </a:r>
            <a:r>
              <a:rPr lang="en-US" altLang="zh-CN"/>
              <a:t> </a:t>
            </a:r>
            <a:r>
              <a:rPr lang="zh-CN" altLang="en-US">
                <a:highlight>
                  <a:srgbClr val="FFFF00"/>
                </a:highlight>
              </a:rPr>
              <a:t>we introduce a hybrid</a:t>
            </a:r>
            <a:r>
              <a:rPr lang="en-US" altLang="zh-CN">
                <a:highlight>
                  <a:srgbClr val="FFFF00"/>
                </a:highlight>
              </a:rPr>
              <a:t> </a:t>
            </a:r>
            <a:r>
              <a:rPr lang="zh-CN" altLang="en-US">
                <a:highlight>
                  <a:srgbClr val="FFFF00"/>
                </a:highlight>
              </a:rPr>
              <a:t>framework for social media user simulation,</a:t>
            </a:r>
            <a:r>
              <a:rPr lang="en-US" altLang="zh-CN">
                <a:highlight>
                  <a:srgbClr val="FFFF00"/>
                </a:highlight>
              </a:rPr>
              <a:t> </a:t>
            </a:r>
            <a:r>
              <a:rPr lang="zh-CN" altLang="en-US">
                <a:highlight>
                  <a:srgbClr val="FFFF00"/>
                </a:highlight>
              </a:rPr>
              <a:t>where</a:t>
            </a:r>
            <a:r>
              <a:rPr lang="en-US" altLang="zh-CN">
                <a:highlight>
                  <a:srgbClr val="FFFF00"/>
                </a:highlight>
              </a:rPr>
              <a:t> </a:t>
            </a:r>
            <a:r>
              <a:rPr lang="zh-CN" altLang="en-US">
                <a:highlight>
                  <a:srgbClr val="FFFF00"/>
                </a:highlight>
              </a:rPr>
              <a:t>in users are categorized into two types.</a:t>
            </a:r>
            <a:r>
              <a:rPr lang="en-US" altLang="zh-CN">
                <a:highlight>
                  <a:srgbClr val="FFFF00"/>
                </a:highlight>
              </a:rPr>
              <a:t> </a:t>
            </a:r>
            <a:r>
              <a:rPr lang="zh-CN" altLang="en-US">
                <a:highlight>
                  <a:srgbClr val="FFFF00"/>
                </a:highlight>
              </a:rPr>
              <a:t>Core users are driven by Large Language Models,</a:t>
            </a:r>
            <a:r>
              <a:rPr lang="en-US" altLang="zh-CN">
                <a:highlight>
                  <a:srgbClr val="FFFF00"/>
                </a:highlight>
              </a:rPr>
              <a:t> </a:t>
            </a:r>
            <a:r>
              <a:rPr lang="zh-CN" altLang="en-US">
                <a:highlight>
                  <a:srgbClr val="FFFF00"/>
                </a:highlight>
              </a:rPr>
              <a:t>while numerous ordinary users are modeled by deductive agent-based models</a:t>
            </a:r>
            <a:r>
              <a:rPr lang="zh-CN" altLang="en-US"/>
              <a:t>.</a:t>
            </a:r>
            <a:r>
              <a:rPr lang="en-US" altLang="zh-CN"/>
              <a:t> </a:t>
            </a:r>
            <a:r>
              <a:rPr lang="zh-CN" altLang="en-US">
                <a:highlight>
                  <a:srgbClr val="FFFF00"/>
                </a:highlight>
              </a:rPr>
              <a:t>We</a:t>
            </a:r>
            <a:r>
              <a:rPr lang="en-US" altLang="zh-CN">
                <a:highlight>
                  <a:srgbClr val="FFFF00"/>
                </a:highlight>
              </a:rPr>
              <a:t> </a:t>
            </a:r>
            <a:r>
              <a:rPr lang="zh-CN" altLang="en-US">
                <a:highlight>
                  <a:srgbClr val="FFFF00"/>
                </a:highlight>
              </a:rPr>
              <a:t>further construct a Twitter-like environmentto replicate their response dynamics following trigger events</a:t>
            </a:r>
            <a:r>
              <a:rPr lang="zh-CN" altLang="en-US"/>
              <a:t>.</a:t>
            </a:r>
            <a:r>
              <a:rPr lang="en-US" altLang="zh-CN"/>
              <a:t> </a:t>
            </a:r>
            <a:r>
              <a:rPr lang="zh-CN" altLang="en-US"/>
              <a:t>Subsequently,</a:t>
            </a:r>
            <a:r>
              <a:rPr lang="zh-CN" altLang="en-US">
                <a:highlight>
                  <a:srgbClr val="FFFF00"/>
                </a:highlight>
              </a:rPr>
              <a:t>we develop a</a:t>
            </a:r>
            <a:r>
              <a:rPr lang="en-US" altLang="zh-CN">
                <a:highlight>
                  <a:srgbClr val="FFFF00"/>
                </a:highlight>
              </a:rPr>
              <a:t> </a:t>
            </a:r>
            <a:r>
              <a:rPr lang="zh-CN" altLang="en-US">
                <a:highlight>
                  <a:srgbClr val="FFFF00"/>
                </a:highlight>
              </a:rPr>
              <a:t>multi-faceted benchmark SoMoSiMu-Bench</a:t>
            </a:r>
            <a:r>
              <a:rPr lang="en-US" altLang="zh-CN">
                <a:highlight>
                  <a:srgbClr val="FFFF00"/>
                </a:highlight>
              </a:rPr>
              <a:t> </a:t>
            </a:r>
            <a:r>
              <a:rPr lang="zh-CN" altLang="en-US">
                <a:highlight>
                  <a:srgbClr val="FFFF00"/>
                </a:highlight>
              </a:rPr>
              <a:t>for evaluation and conduct comprehensive ex-periments across realworld datasets</a:t>
            </a:r>
            <a:r>
              <a:rPr lang="zh-CN" altLang="en-US"/>
              <a:t>.</a:t>
            </a:r>
            <a:r>
              <a:rPr lang="en-US" altLang="zh-CN"/>
              <a:t> </a:t>
            </a:r>
            <a:r>
              <a:rPr lang="zh-CN" altLang="en-US"/>
              <a:t>Experimental results demonstrate the effectiveness</a:t>
            </a:r>
            <a:r>
              <a:rPr lang="en-US" altLang="zh-CN"/>
              <a:t> </a:t>
            </a:r>
            <a:r>
              <a:rPr lang="zh-CN" altLang="en-US"/>
              <a:t>and flexibility of our method.</a:t>
            </a:r>
            <a:endParaRPr lang="zh-CN" altLang="en-US"/>
          </a:p>
        </p:txBody>
      </p:sp>
      <p:sp>
        <p:nvSpPr>
          <p:cNvPr id="7" name="Text 0"/>
          <p:cNvSpPr/>
          <p:nvPr>
            <p:custDataLst>
              <p:tags r:id="rId1"/>
            </p:custDataLst>
          </p:nvPr>
        </p:nvSpPr>
        <p:spPr>
          <a:xfrm>
            <a:off x="28575" y="1465580"/>
            <a:ext cx="1129030" cy="1594485"/>
          </a:xfrm>
          <a:prstGeom prst="rect">
            <a:avLst/>
          </a:prstGeom>
          <a:noFill/>
        </p:spPr>
        <p:txBody>
          <a:bodyPr wrap="square" rtlCol="0" anchor="ctr"/>
          <a:p>
            <a:pPr marL="0" indent="0" algn="ctr">
              <a:buNone/>
            </a:pPr>
            <a:r>
              <a:rPr lang="zh-CN" altLang="en-US" sz="4400" b="1" dirty="0">
                <a:solidFill>
                  <a:srgbClr val="FFFFFF"/>
                </a:solidFill>
                <a:latin typeface="Noto Sans SC" pitchFamily="34" charset="0"/>
                <a:ea typeface="Noto Sans SC" pitchFamily="34" charset="-122"/>
                <a:cs typeface="Noto Sans SC" pitchFamily="34" charset="-120"/>
              </a:rPr>
              <a:t>摘要</a:t>
            </a:r>
            <a:endParaRPr lang="zh-CN" altLang="en-US" sz="4400" b="1" dirty="0">
              <a:solidFill>
                <a:srgbClr val="FFFFFF"/>
              </a:solidFill>
              <a:latin typeface="Noto Sans SC" pitchFamily="34" charset="0"/>
              <a:ea typeface="Noto Sans SC" pitchFamily="34" charset="-122"/>
              <a:cs typeface="Noto Sans SC" pitchFamily="34" charset="-12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133350" y="1271588"/>
            <a:ext cx="2695575" cy="2305050"/>
          </a:xfrm>
          <a:prstGeom prst="rect">
            <a:avLst/>
          </a:prstGeom>
          <a:noFill/>
        </p:spPr>
        <p:txBody>
          <a:bodyPr wrap="square" rtlCol="0" anchor="ctr"/>
          <a:lstStyle/>
          <a:p>
            <a:pPr marL="0" indent="0" algn="ctr">
              <a:buNone/>
            </a:pPr>
            <a:r>
              <a:rPr lang="zh-CN" altLang="en-US" sz="4400" b="1" dirty="0">
                <a:solidFill>
                  <a:srgbClr val="FFFFFF"/>
                </a:solidFill>
                <a:latin typeface="Noto Sans SC" pitchFamily="34" charset="0"/>
                <a:ea typeface="Noto Sans SC" pitchFamily="34" charset="-122"/>
                <a:cs typeface="Noto Sans SC" pitchFamily="34" charset="-120"/>
              </a:rPr>
              <a:t>结论</a:t>
            </a:r>
            <a:endParaRPr lang="zh-CN" altLang="en-US" sz="4400" b="1" dirty="0">
              <a:solidFill>
                <a:srgbClr val="FFFFFF"/>
              </a:solidFill>
              <a:latin typeface="Noto Sans SC" pitchFamily="34" charset="0"/>
              <a:ea typeface="Noto Sans SC" pitchFamily="34" charset="-122"/>
              <a:cs typeface="Noto Sans SC" pitchFamily="34" charset="-120"/>
            </a:endParaRPr>
          </a:p>
        </p:txBody>
      </p:sp>
      <p:sp>
        <p:nvSpPr>
          <p:cNvPr id="4" name="文本框 3"/>
          <p:cNvSpPr txBox="1"/>
          <p:nvPr>
            <p:custDataLst>
              <p:tags r:id="rId1"/>
            </p:custDataLst>
          </p:nvPr>
        </p:nvSpPr>
        <p:spPr>
          <a:xfrm>
            <a:off x="4024630" y="1209675"/>
            <a:ext cx="4491990" cy="2584450"/>
          </a:xfrm>
          <a:prstGeom prst="rect">
            <a:avLst/>
          </a:prstGeom>
          <a:noFill/>
        </p:spPr>
        <p:txBody>
          <a:bodyPr wrap="square" rtlCol="0" anchor="t">
            <a:spAutoFit/>
          </a:bodyPr>
          <a:p>
            <a:r>
              <a:rPr lang="en-US" altLang="zh-CN"/>
              <a:t>W</a:t>
            </a:r>
            <a:r>
              <a:rPr lang="zh-CN" altLang="en-US"/>
              <a:t>e propose a hybrid framework for</a:t>
            </a:r>
            <a:r>
              <a:rPr lang="en-US" altLang="zh-CN"/>
              <a:t> </a:t>
            </a:r>
            <a:r>
              <a:rPr lang="zh-CN" altLang="en-US"/>
              <a:t>social media user simulation.</a:t>
            </a:r>
            <a:r>
              <a:rPr lang="en-US" altLang="zh-CN"/>
              <a:t> </a:t>
            </a:r>
            <a:r>
              <a:rPr lang="zh-CN" altLang="en-US"/>
              <a:t>We empower core</a:t>
            </a:r>
            <a:r>
              <a:rPr lang="en-US" altLang="zh-CN"/>
              <a:t> </a:t>
            </a:r>
            <a:r>
              <a:rPr lang="zh-CN" altLang="en-US"/>
              <a:t>users and ordinary users with LLMs and ABMs,</a:t>
            </a:r>
            <a:r>
              <a:rPr lang="en-US" altLang="zh-CN"/>
              <a:t> </a:t>
            </a:r>
            <a:r>
              <a:rPr lang="zh-CN" altLang="en-US"/>
              <a:t>and we provide a Twitter-like environment and a</a:t>
            </a:r>
            <a:r>
              <a:rPr lang="en-US" altLang="zh-CN"/>
              <a:t> </a:t>
            </a:r>
            <a:r>
              <a:rPr lang="zh-CN" altLang="en-US"/>
              <a:t>benchmark SoMoSiMu-Bench for simulation and</a:t>
            </a:r>
            <a:r>
              <a:rPr lang="en-US" altLang="zh-CN"/>
              <a:t> </a:t>
            </a:r>
            <a:r>
              <a:rPr lang="zh-CN" altLang="en-US"/>
              <a:t>evaluation.</a:t>
            </a:r>
            <a:r>
              <a:rPr lang="en-US" altLang="zh-CN"/>
              <a:t> </a:t>
            </a:r>
            <a:r>
              <a:rPr lang="zh-CN" altLang="en-US">
                <a:highlight>
                  <a:srgbClr val="FFFF00"/>
                </a:highlight>
              </a:rPr>
              <a:t>Experiment results demonstrate the</a:t>
            </a:r>
            <a:r>
              <a:rPr lang="en-US" altLang="zh-CN">
                <a:highlight>
                  <a:srgbClr val="FFFF00"/>
                </a:highlight>
              </a:rPr>
              <a:t> </a:t>
            </a:r>
            <a:r>
              <a:rPr lang="zh-CN" altLang="en-US">
                <a:highlight>
                  <a:srgbClr val="FFFF00"/>
                </a:highlight>
              </a:rPr>
              <a:t>effectiveness and flexibility of our method</a:t>
            </a:r>
            <a:r>
              <a:rPr lang="zh-CN" altLang="en-US"/>
              <a:t>.</a:t>
            </a:r>
            <a:endParaRPr lang="zh-CN" alt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2919413" y="504825"/>
            <a:ext cx="5162550" cy="828675"/>
          </a:xfrm>
          <a:prstGeom prst="rect">
            <a:avLst/>
          </a:prstGeom>
          <a:noFill/>
        </p:spPr>
        <p:txBody>
          <a:bodyPr wrap="square" rtlCol="0" anchor="ctr"/>
          <a:lstStyle/>
          <a:p>
            <a:pPr marL="0" indent="0" algn="l">
              <a:buNone/>
            </a:pPr>
            <a:r>
              <a:rPr lang="en-US" sz="3840" b="1" dirty="0">
                <a:solidFill>
                  <a:srgbClr val="144A82"/>
                </a:solidFill>
                <a:latin typeface="Noto Sans SC" pitchFamily="34" charset="0"/>
                <a:ea typeface="Noto Sans SC" pitchFamily="34" charset="-122"/>
                <a:cs typeface="Noto Sans SC" pitchFamily="34" charset="-120"/>
              </a:rPr>
              <a:t>CONTENTS</a:t>
            </a:r>
            <a:endParaRPr lang="en-US" sz="3840" dirty="0"/>
          </a:p>
        </p:txBody>
      </p:sp>
      <p:sp>
        <p:nvSpPr>
          <p:cNvPr id="3" name="Text 1"/>
          <p:cNvSpPr/>
          <p:nvPr/>
        </p:nvSpPr>
        <p:spPr>
          <a:xfrm>
            <a:off x="2919413" y="1423988"/>
            <a:ext cx="5386388" cy="3219450"/>
          </a:xfrm>
          <a:prstGeom prst="rect">
            <a:avLst/>
          </a:prstGeom>
          <a:noFill/>
        </p:spPr>
        <p:txBody>
          <a:bodyPr wrap="square" rtlCol="0" anchor="t"/>
          <a:lstStyle/>
          <a:p>
            <a:pPr marL="342900" indent="-342900" algn="l">
              <a:lnSpc>
                <a:spcPct val="150000"/>
              </a:lnSpc>
              <a:buSzPct val="100000"/>
              <a:buChar char="•"/>
            </a:pPr>
            <a:r>
              <a:rPr lang="zh-CN" altLang="en-US" sz="1680" dirty="0"/>
              <a:t>介绍</a:t>
            </a:r>
            <a:endParaRPr lang="en-US" sz="1680" dirty="0"/>
          </a:p>
          <a:p>
            <a:pPr marL="342900" indent="-342900" algn="l">
              <a:lnSpc>
                <a:spcPct val="150000"/>
              </a:lnSpc>
              <a:buSzPct val="100000"/>
              <a:buChar char="•"/>
            </a:pPr>
            <a:r>
              <a:rPr lang="en-US" sz="1680" dirty="0">
                <a:solidFill>
                  <a:srgbClr val="383838"/>
                </a:solidFill>
                <a:latin typeface="Noto Sans SC" pitchFamily="34" charset="0"/>
                <a:ea typeface="Noto Sans SC" pitchFamily="34" charset="-122"/>
                <a:cs typeface="Noto Sans SC" pitchFamily="34" charset="-120"/>
                <a:sym typeface="+mn-ea"/>
              </a:rPr>
              <a:t>混合框架-</a:t>
            </a:r>
            <a:r>
              <a:rPr lang="en-US" sz="1680" dirty="0">
                <a:solidFill>
                  <a:srgbClr val="383838"/>
                </a:solidFill>
                <a:latin typeface="Noto Sans SC" pitchFamily="34" charset="0"/>
                <a:ea typeface="Noto Sans SC" pitchFamily="34" charset="-122"/>
                <a:cs typeface="Noto Sans SC" pitchFamily="34" charset="-120"/>
              </a:rPr>
              <a:t>模拟社交媒体用户</a:t>
            </a:r>
            <a:endParaRPr lang="en-US" sz="1680" dirty="0"/>
          </a:p>
          <a:p>
            <a:pPr marL="342900" indent="-342900" algn="l">
              <a:lnSpc>
                <a:spcPct val="150000"/>
              </a:lnSpc>
              <a:buSzPct val="100000"/>
              <a:buChar char="•"/>
            </a:pPr>
            <a:r>
              <a:rPr lang="en-US" sz="1680" dirty="0">
                <a:solidFill>
                  <a:srgbClr val="383838"/>
                </a:solidFill>
                <a:latin typeface="Noto Sans SC" pitchFamily="34" charset="0"/>
                <a:ea typeface="Noto Sans SC" pitchFamily="34" charset="-122"/>
                <a:cs typeface="Noto Sans SC" pitchFamily="34" charset="-120"/>
              </a:rPr>
              <a:t>模拟平台</a:t>
            </a:r>
            <a:endParaRPr lang="en-US" sz="1680" dirty="0"/>
          </a:p>
          <a:p>
            <a:pPr marL="342900" indent="-342900" algn="l">
              <a:lnSpc>
                <a:spcPct val="150000"/>
              </a:lnSpc>
              <a:buSzPct val="100000"/>
              <a:buChar char="•"/>
            </a:pPr>
            <a:r>
              <a:rPr lang="en-US" sz="1680" dirty="0">
                <a:solidFill>
                  <a:srgbClr val="383838"/>
                </a:solidFill>
                <a:latin typeface="Noto Sans SC" pitchFamily="34" charset="0"/>
                <a:ea typeface="Noto Sans SC" pitchFamily="34" charset="-122"/>
                <a:cs typeface="Noto Sans SC" pitchFamily="34" charset="-120"/>
              </a:rPr>
              <a:t>SoMoSiMu-Bench</a:t>
            </a:r>
            <a:r>
              <a:rPr lang="zh-CN" altLang="en-US" sz="1680" dirty="0">
                <a:solidFill>
                  <a:srgbClr val="383838"/>
                </a:solidFill>
                <a:latin typeface="Noto Sans SC" pitchFamily="34" charset="0"/>
                <a:ea typeface="Noto Sans SC" pitchFamily="34" charset="-122"/>
                <a:cs typeface="Noto Sans SC" pitchFamily="34" charset="-120"/>
              </a:rPr>
              <a:t>评估框架</a:t>
            </a:r>
            <a:endParaRPr lang="en-US" sz="1680" dirty="0"/>
          </a:p>
          <a:p>
            <a:pPr marL="342900" indent="-342900" algn="l">
              <a:lnSpc>
                <a:spcPct val="150000"/>
              </a:lnSpc>
              <a:buSzPct val="100000"/>
              <a:buChar char="•"/>
            </a:pPr>
            <a:r>
              <a:rPr lang="en-US" sz="1680" dirty="0">
                <a:solidFill>
                  <a:srgbClr val="383838"/>
                </a:solidFill>
                <a:latin typeface="Noto Sans SC" pitchFamily="34" charset="0"/>
                <a:ea typeface="Noto Sans SC" pitchFamily="34" charset="-122"/>
                <a:cs typeface="Noto Sans SC" pitchFamily="34" charset="-120"/>
              </a:rPr>
              <a:t>实验</a:t>
            </a:r>
            <a:endParaRPr lang="en-US" sz="1680" dirty="0"/>
          </a:p>
          <a:p>
            <a:pPr marL="342900" indent="-342900" algn="l">
              <a:lnSpc>
                <a:spcPct val="150000"/>
              </a:lnSpc>
              <a:buSzPct val="100000"/>
              <a:buChar char="•"/>
            </a:pPr>
            <a:r>
              <a:rPr lang="en-US" sz="1680" dirty="0">
                <a:solidFill>
                  <a:srgbClr val="383838"/>
                </a:solidFill>
                <a:latin typeface="Noto Sans SC" pitchFamily="34" charset="0"/>
                <a:ea typeface="Noto Sans SC" pitchFamily="34" charset="-122"/>
                <a:cs typeface="Noto Sans SC" pitchFamily="34" charset="-120"/>
              </a:rPr>
              <a:t>相关工作</a:t>
            </a:r>
            <a:endParaRPr lang="en-US" sz="168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133350" y="1271588"/>
            <a:ext cx="2695575" cy="2305050"/>
          </a:xfrm>
          <a:prstGeom prst="rect">
            <a:avLst/>
          </a:prstGeom>
          <a:noFill/>
        </p:spPr>
        <p:txBody>
          <a:bodyPr wrap="square" rtlCol="0" anchor="ctr"/>
          <a:lstStyle/>
          <a:p>
            <a:pPr marL="0" indent="0" algn="ctr">
              <a:buNone/>
            </a:pPr>
            <a:r>
              <a:rPr lang="en-US" sz="10690" b="1" dirty="0">
                <a:solidFill>
                  <a:srgbClr val="FFFFFF"/>
                </a:solidFill>
                <a:latin typeface="Noto Sans SC" pitchFamily="34" charset="0"/>
                <a:ea typeface="Noto Sans SC" pitchFamily="34" charset="-122"/>
                <a:cs typeface="Noto Sans SC" pitchFamily="34" charset="-120"/>
              </a:rPr>
              <a:t>01</a:t>
            </a:r>
            <a:endParaRPr lang="en-US" sz="10690" dirty="0"/>
          </a:p>
        </p:txBody>
      </p:sp>
      <p:sp>
        <p:nvSpPr>
          <p:cNvPr id="3" name="Text 1"/>
          <p:cNvSpPr/>
          <p:nvPr/>
        </p:nvSpPr>
        <p:spPr>
          <a:xfrm>
            <a:off x="4133850" y="2124075"/>
            <a:ext cx="4853940" cy="2471738"/>
          </a:xfrm>
          <a:prstGeom prst="rect">
            <a:avLst/>
          </a:prstGeom>
          <a:noFill/>
        </p:spPr>
        <p:txBody>
          <a:bodyPr wrap="square" rtlCol="0" anchor="t"/>
          <a:lstStyle/>
          <a:p>
            <a:pPr marL="0" indent="0" algn="l">
              <a:buNone/>
            </a:pPr>
            <a:r>
              <a:rPr lang="zh-CN" altLang="en-US" sz="3500" dirty="0"/>
              <a:t>介绍</a:t>
            </a:r>
            <a:endParaRPr lang="zh-CN" altLang="en-US" sz="3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itle 6"/>
          <p:cNvSpPr txBox="1"/>
          <p:nvPr>
            <p:custDataLst>
              <p:tags r:id="rId1"/>
            </p:custDataLst>
          </p:nvPr>
        </p:nvSpPr>
        <p:spPr>
          <a:xfrm>
            <a:off x="457835" y="457200"/>
            <a:ext cx="8189595" cy="4229100"/>
          </a:xfrm>
          <a:prstGeom prst="rect">
            <a:avLst/>
          </a:prstGeom>
          <a:noFill/>
          <a:ln w="3175">
            <a:noFill/>
            <a:prstDash val="dash"/>
          </a:ln>
        </p:spPr>
        <p:txBody>
          <a:bodyPr wrap="square" lIns="47625" tIns="19050" rIns="47625" bIns="19050" anchor="ctr" anchorCtr="0">
            <a:no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marL="254000" lvl="0" indent="-254000" algn="l" fontAlgn="ctr">
              <a:lnSpc>
                <a:spcPct val="120000"/>
              </a:lnSpc>
              <a:spcBef>
                <a:spcPts val="0"/>
              </a:spcBef>
              <a:spcAft>
                <a:spcPts val="800"/>
              </a:spcAft>
              <a:buSzPct val="100000"/>
              <a:buFont typeface="Wingdings" panose="05000000000000000000" charset="0"/>
              <a:buChar char="l"/>
            </a:pPr>
            <a:r>
              <a:rPr lang="en-US" sz="1400" spc="40" dirty="0">
                <a:ln w="3175">
                  <a:noFill/>
                  <a:prstDash val="dash"/>
                </a:ln>
                <a:solidFill>
                  <a:schemeClr val="dk1">
                    <a:lumMod val="75000"/>
                    <a:lumOff val="25000"/>
                  </a:schemeClr>
                </a:solidFill>
                <a:uFillTx/>
                <a:latin typeface="微软雅黑" charset="-122"/>
                <a:ea typeface="微软雅黑" charset="-122"/>
                <a:cs typeface="微软雅黑" charset="-122"/>
              </a:rPr>
              <a:t>1. 社交媒体在社会运动中的作用增强：过去几十年中，社交媒体已成为社会运动的核心平台，例如阿拉伯之春和#MeToo运动，它为要求变革的群体提供了强有力的发声渠道。</a:t>
            </a:r>
            <a:endParaRPr lang="en-US" sz="1400" spc="40" dirty="0">
              <a:ln w="3175">
                <a:noFill/>
                <a:prstDash val="dash"/>
              </a:ln>
              <a:solidFill>
                <a:schemeClr val="dk1">
                  <a:lumMod val="75000"/>
                  <a:lumOff val="25000"/>
                </a:schemeClr>
              </a:solidFill>
              <a:uFillTx/>
              <a:latin typeface="微软雅黑" charset="-122"/>
              <a:ea typeface="微软雅黑" charset="-122"/>
              <a:cs typeface="微软雅黑" charset="-122"/>
            </a:endParaRPr>
          </a:p>
          <a:p>
            <a:pPr marL="254000" lvl="0" indent="-254000" algn="l" fontAlgn="ctr">
              <a:lnSpc>
                <a:spcPct val="120000"/>
              </a:lnSpc>
              <a:spcBef>
                <a:spcPts val="0"/>
              </a:spcBef>
              <a:spcAft>
                <a:spcPts val="800"/>
              </a:spcAft>
              <a:buSzPct val="100000"/>
              <a:buFont typeface="Wingdings" panose="05000000000000000000" charset="0"/>
              <a:buChar char="l"/>
            </a:pPr>
            <a:r>
              <a:rPr lang="en-US" sz="1400" spc="40" dirty="0">
                <a:ln w="3175">
                  <a:noFill/>
                  <a:prstDash val="dash"/>
                </a:ln>
                <a:solidFill>
                  <a:schemeClr val="dk1">
                    <a:lumMod val="75000"/>
                    <a:lumOff val="25000"/>
                  </a:schemeClr>
                </a:solidFill>
                <a:uFillTx/>
                <a:latin typeface="微软雅黑" charset="-122"/>
                <a:ea typeface="微软雅黑" charset="-122"/>
                <a:cs typeface="微软雅黑" charset="-122"/>
              </a:rPr>
              <a:t>2. 社会运动的现实影响：社交媒体上的突发新闻传播可以迅速引发意见扩散，影响集体情绪，塑造社会议程，并常常导致现实世界的行动。</a:t>
            </a:r>
            <a:endParaRPr lang="en-US" sz="1400" spc="40" dirty="0">
              <a:ln w="3175">
                <a:noFill/>
                <a:prstDash val="dash"/>
              </a:ln>
              <a:solidFill>
                <a:schemeClr val="dk1">
                  <a:lumMod val="75000"/>
                  <a:lumOff val="25000"/>
                </a:schemeClr>
              </a:solidFill>
              <a:uFillTx/>
              <a:latin typeface="微软雅黑" charset="-122"/>
              <a:ea typeface="微软雅黑" charset="-122"/>
              <a:cs typeface="微软雅黑" charset="-122"/>
            </a:endParaRPr>
          </a:p>
          <a:p>
            <a:pPr marL="254000" lvl="0" indent="-254000" algn="l" fontAlgn="ctr">
              <a:lnSpc>
                <a:spcPct val="120000"/>
              </a:lnSpc>
              <a:spcBef>
                <a:spcPts val="0"/>
              </a:spcBef>
              <a:spcAft>
                <a:spcPts val="800"/>
              </a:spcAft>
              <a:buSzPct val="100000"/>
              <a:buFont typeface="Wingdings" panose="05000000000000000000" charset="0"/>
              <a:buChar char="l"/>
            </a:pPr>
            <a:r>
              <a:rPr lang="en-US" sz="1400" spc="40" dirty="0">
                <a:ln w="3175">
                  <a:noFill/>
                  <a:prstDash val="dash"/>
                </a:ln>
                <a:solidFill>
                  <a:schemeClr val="dk1">
                    <a:lumMod val="75000"/>
                    <a:lumOff val="25000"/>
                  </a:schemeClr>
                </a:solidFill>
                <a:uFillTx/>
                <a:latin typeface="微软雅黑" charset="-122"/>
                <a:ea typeface="微软雅黑" charset="-122"/>
                <a:cs typeface="微软雅黑" charset="-122"/>
              </a:rPr>
              <a:t>3. 社会运动的双面性：虽然大多数社会运动被报道为和平的，但参与人数的规模有时可能会演变成暴力和破坏，带来潜在的严重后果。</a:t>
            </a:r>
            <a:endParaRPr lang="en-US" sz="1400" spc="40" dirty="0">
              <a:ln w="3175">
                <a:noFill/>
                <a:prstDash val="dash"/>
              </a:ln>
              <a:solidFill>
                <a:schemeClr val="dk1">
                  <a:lumMod val="75000"/>
                  <a:lumOff val="25000"/>
                </a:schemeClr>
              </a:solidFill>
              <a:uFillTx/>
              <a:latin typeface="微软雅黑" charset="-122"/>
              <a:ea typeface="微软雅黑" charset="-122"/>
              <a:cs typeface="微软雅黑" charset="-122"/>
            </a:endParaRPr>
          </a:p>
          <a:p>
            <a:pPr marL="254000" lvl="0" indent="-254000" algn="l" fontAlgn="ctr">
              <a:lnSpc>
                <a:spcPct val="120000"/>
              </a:lnSpc>
              <a:spcBef>
                <a:spcPts val="0"/>
              </a:spcBef>
              <a:spcAft>
                <a:spcPts val="800"/>
              </a:spcAft>
              <a:buSzPct val="100000"/>
              <a:buFont typeface="Wingdings" panose="05000000000000000000" charset="0"/>
              <a:buChar char="l"/>
            </a:pPr>
            <a:r>
              <a:rPr lang="en-US" sz="1400" spc="40" dirty="0">
                <a:ln w="3175">
                  <a:noFill/>
                  <a:prstDash val="dash"/>
                </a:ln>
                <a:solidFill>
                  <a:schemeClr val="dk1">
                    <a:lumMod val="75000"/>
                    <a:lumOff val="25000"/>
                  </a:schemeClr>
                </a:solidFill>
                <a:uFillTx/>
                <a:latin typeface="微软雅黑" charset="-122"/>
                <a:ea typeface="微软雅黑" charset="-122"/>
                <a:cs typeface="微软雅黑" charset="-122"/>
              </a:rPr>
              <a:t>4. 预测社会运动影响的必要性：鉴于社会运动可能带来的广泛影响，采取前瞻性措施来预测这些事件的影响变得至关重要。</a:t>
            </a:r>
            <a:endParaRPr lang="en-US" sz="1400" spc="40" dirty="0">
              <a:ln w="3175">
                <a:noFill/>
                <a:prstDash val="dash"/>
              </a:ln>
              <a:solidFill>
                <a:schemeClr val="dk1">
                  <a:lumMod val="75000"/>
                  <a:lumOff val="25000"/>
                </a:schemeClr>
              </a:solidFill>
              <a:uFillTx/>
              <a:latin typeface="微软雅黑" charset="-122"/>
              <a:ea typeface="微软雅黑" charset="-122"/>
              <a:cs typeface="微软雅黑" charset="-122"/>
            </a:endParaRPr>
          </a:p>
          <a:p>
            <a:pPr marL="254000" lvl="0" indent="-254000" algn="l" fontAlgn="ctr">
              <a:lnSpc>
                <a:spcPct val="120000"/>
              </a:lnSpc>
              <a:spcBef>
                <a:spcPts val="0"/>
              </a:spcBef>
              <a:spcAft>
                <a:spcPts val="800"/>
              </a:spcAft>
              <a:buSzPct val="100000"/>
              <a:buFont typeface="Wingdings" panose="05000000000000000000" charset="0"/>
              <a:buChar char="l"/>
            </a:pPr>
            <a:r>
              <a:rPr lang="en-US" sz="1400" spc="40" dirty="0">
                <a:ln w="3175">
                  <a:noFill/>
                  <a:prstDash val="dash"/>
                </a:ln>
                <a:solidFill>
                  <a:schemeClr val="dk1">
                    <a:lumMod val="75000"/>
                    <a:lumOff val="25000"/>
                  </a:schemeClr>
                </a:solidFill>
                <a:uFillTx/>
                <a:latin typeface="微软雅黑" charset="-122"/>
                <a:ea typeface="微软雅黑" charset="-122"/>
                <a:cs typeface="微软雅黑" charset="-122"/>
              </a:rPr>
              <a:t>5. 现有模拟方法的局限性：以往的研究主要集中在对社会运动的内容和用户进行回顾性分析，而不是利用模拟进行预测。</a:t>
            </a:r>
            <a:endParaRPr lang="en-US" sz="1400" spc="40" dirty="0">
              <a:ln w="3175">
                <a:noFill/>
                <a:prstDash val="dash"/>
              </a:ln>
              <a:solidFill>
                <a:schemeClr val="dk1">
                  <a:lumMod val="75000"/>
                  <a:lumOff val="25000"/>
                </a:schemeClr>
              </a:solidFill>
              <a:uFillTx/>
              <a:latin typeface="微软雅黑" charset="-122"/>
              <a:ea typeface="微软雅黑" charset="-122"/>
              <a:cs typeface="微软雅黑" charset="-122"/>
            </a:endParaRPr>
          </a:p>
        </p:txBody>
      </p:sp>
    </p:spTree>
    <p:custDataLst>
      <p:tags r:id="rId2"/>
    </p:custData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itle 6"/>
          <p:cNvSpPr txBox="1"/>
          <p:nvPr>
            <p:custDataLst>
              <p:tags r:id="rId1"/>
            </p:custDataLst>
          </p:nvPr>
        </p:nvSpPr>
        <p:spPr>
          <a:xfrm>
            <a:off x="171450" y="60960"/>
            <a:ext cx="3552190" cy="4998720"/>
          </a:xfrm>
          <a:prstGeom prst="rect">
            <a:avLst/>
          </a:prstGeom>
          <a:noFill/>
          <a:ln w="3175">
            <a:noFill/>
            <a:prstDash val="dash"/>
          </a:ln>
        </p:spPr>
        <p:txBody>
          <a:bodyPr wrap="square" lIns="47625" tIns="19050" rIns="47625" bIns="19050" anchor="ctr" anchorCtr="0">
            <a:no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marL="254000" lvl="0" indent="-254000" algn="l" fontAlgn="ctr">
              <a:lnSpc>
                <a:spcPct val="120000"/>
              </a:lnSpc>
              <a:spcBef>
                <a:spcPts val="0"/>
              </a:spcBef>
              <a:spcAft>
                <a:spcPts val="800"/>
              </a:spcAft>
              <a:buSzPct val="100000"/>
              <a:buFont typeface="Wingdings" panose="05000000000000000000" charset="0"/>
              <a:buChar char="l"/>
            </a:pPr>
            <a:r>
              <a:rPr lang="en-US" sz="1400" spc="40" dirty="0">
                <a:ln w="3175">
                  <a:noFill/>
                  <a:prstDash val="dash"/>
                </a:ln>
                <a:solidFill>
                  <a:schemeClr val="dk1">
                    <a:lumMod val="75000"/>
                    <a:lumOff val="25000"/>
                  </a:schemeClr>
                </a:solidFill>
                <a:uFillTx/>
                <a:latin typeface="微软雅黑" charset="-122"/>
                <a:ea typeface="微软雅黑" charset="-122"/>
                <a:cs typeface="微软雅黑" charset="-122"/>
              </a:rPr>
              <a:t>6. 基于代理的模型（ABMs）的应用：ABMs是社会科学模拟中广泛使用的模型，每个代理代表一个个体，通过模拟个体间的互动来产生独特的社会现象。</a:t>
            </a:r>
            <a:endParaRPr lang="en-US" sz="1400" spc="40" dirty="0">
              <a:ln w="3175">
                <a:noFill/>
                <a:prstDash val="dash"/>
              </a:ln>
              <a:solidFill>
                <a:schemeClr val="dk1">
                  <a:lumMod val="75000"/>
                  <a:lumOff val="25000"/>
                </a:schemeClr>
              </a:solidFill>
              <a:uFillTx/>
              <a:latin typeface="微软雅黑" charset="-122"/>
              <a:ea typeface="微软雅黑" charset="-122"/>
              <a:cs typeface="微软雅黑" charset="-122"/>
            </a:endParaRPr>
          </a:p>
          <a:p>
            <a:pPr marL="254000" lvl="0" indent="-254000" algn="l" fontAlgn="ctr">
              <a:lnSpc>
                <a:spcPct val="120000"/>
              </a:lnSpc>
              <a:spcBef>
                <a:spcPts val="0"/>
              </a:spcBef>
              <a:spcAft>
                <a:spcPts val="800"/>
              </a:spcAft>
              <a:buSzPct val="100000"/>
              <a:buFont typeface="Wingdings" panose="05000000000000000000" charset="0"/>
              <a:buChar char="l"/>
            </a:pPr>
            <a:r>
              <a:rPr lang="en-US" sz="1400" spc="40" dirty="0">
                <a:ln w="3175">
                  <a:noFill/>
                  <a:prstDash val="dash"/>
                </a:ln>
                <a:solidFill>
                  <a:schemeClr val="dk1">
                    <a:lumMod val="75000"/>
                    <a:lumOff val="25000"/>
                  </a:schemeClr>
                </a:solidFill>
                <a:uFillTx/>
                <a:latin typeface="微软雅黑" charset="-122"/>
                <a:ea typeface="微软雅黑" charset="-122"/>
                <a:cs typeface="微软雅黑" charset="-122"/>
              </a:rPr>
              <a:t>7. 大型语言模型（LLMs）的潜力：最近，LLMs展示了在人类水平智能方面令人印象深刻的能力，并已在推荐和协作工作等领域成功实验用户模拟。</a:t>
            </a:r>
            <a:endParaRPr lang="en-US" sz="1400" spc="40" dirty="0">
              <a:ln w="3175">
                <a:noFill/>
                <a:prstDash val="dash"/>
              </a:ln>
              <a:solidFill>
                <a:schemeClr val="dk1">
                  <a:lumMod val="75000"/>
                  <a:lumOff val="25000"/>
                </a:schemeClr>
              </a:solidFill>
              <a:uFillTx/>
              <a:latin typeface="微软雅黑" charset="-122"/>
              <a:ea typeface="微软雅黑" charset="-122"/>
              <a:cs typeface="微软雅黑" charset="-122"/>
            </a:endParaRPr>
          </a:p>
          <a:p>
            <a:pPr marL="254000" lvl="0" indent="-254000" algn="l" fontAlgn="ctr">
              <a:lnSpc>
                <a:spcPct val="120000"/>
              </a:lnSpc>
              <a:spcBef>
                <a:spcPts val="0"/>
              </a:spcBef>
              <a:spcAft>
                <a:spcPts val="800"/>
              </a:spcAft>
              <a:buSzPct val="100000"/>
              <a:buFont typeface="Wingdings" panose="05000000000000000000" charset="0"/>
              <a:buChar char="l"/>
            </a:pPr>
            <a:r>
              <a:rPr lang="en-US" sz="1400" spc="40" dirty="0">
                <a:ln w="3175">
                  <a:noFill/>
                  <a:prstDash val="dash"/>
                </a:ln>
                <a:solidFill>
                  <a:schemeClr val="dk1">
                    <a:lumMod val="75000"/>
                    <a:lumOff val="25000"/>
                  </a:schemeClr>
                </a:solidFill>
                <a:uFillTx/>
                <a:latin typeface="微软雅黑" charset="-122"/>
                <a:ea typeface="微软雅黑" charset="-122"/>
                <a:cs typeface="微软雅黑" charset="-122"/>
              </a:rPr>
              <a:t>8. 使用LLMs进行社会运动模拟的挑战：尽管LLMs有潜力，但在使用它们进行大规模在线社会运动模拟方面还存在限制和挑战，包括如何准确模拟社交媒体用户行为、如何高效模拟大量用户以及如何全面评估模拟的有效性。</a:t>
            </a:r>
            <a:endParaRPr lang="en-US" sz="1400" spc="40" dirty="0">
              <a:ln w="3175">
                <a:noFill/>
                <a:prstDash val="dash"/>
              </a:ln>
              <a:solidFill>
                <a:schemeClr val="dk1">
                  <a:lumMod val="75000"/>
                  <a:lumOff val="25000"/>
                </a:schemeClr>
              </a:solidFill>
              <a:uFillTx/>
              <a:latin typeface="微软雅黑" charset="-122"/>
              <a:ea typeface="微软雅黑" charset="-122"/>
              <a:cs typeface="微软雅黑" charset="-122"/>
            </a:endParaRPr>
          </a:p>
          <a:p>
            <a:pPr marL="254000" lvl="0" indent="-254000" algn="l" fontAlgn="ctr">
              <a:lnSpc>
                <a:spcPct val="120000"/>
              </a:lnSpc>
              <a:spcBef>
                <a:spcPts val="0"/>
              </a:spcBef>
              <a:spcAft>
                <a:spcPts val="800"/>
              </a:spcAft>
              <a:buSzPct val="100000"/>
              <a:buFont typeface="Wingdings" panose="05000000000000000000" charset="0"/>
              <a:buChar char="l"/>
            </a:pPr>
            <a:r>
              <a:rPr lang="en-US" sz="1400" spc="40" dirty="0">
                <a:ln w="3175">
                  <a:noFill/>
                  <a:prstDash val="dash"/>
                </a:ln>
                <a:solidFill>
                  <a:schemeClr val="dk1">
                    <a:lumMod val="75000"/>
                    <a:lumOff val="25000"/>
                  </a:schemeClr>
                </a:solidFill>
                <a:uFillTx/>
                <a:latin typeface="微软雅黑" charset="-122"/>
                <a:ea typeface="微软雅黑" charset="-122"/>
                <a:cs typeface="微软雅黑" charset="-122"/>
              </a:rPr>
              <a:t>9. 本研究的目标：为了应对这些挑战，本文介绍了一个新颖的混合框架，用于模拟社交媒体用户，特别是社会运动参与者的行为。</a:t>
            </a:r>
            <a:endParaRPr lang="en-US" sz="1400" spc="40" dirty="0">
              <a:ln w="3175">
                <a:noFill/>
                <a:prstDash val="dash"/>
              </a:ln>
              <a:solidFill>
                <a:schemeClr val="dk1">
                  <a:lumMod val="75000"/>
                  <a:lumOff val="25000"/>
                </a:schemeClr>
              </a:solidFill>
              <a:uFillTx/>
              <a:latin typeface="微软雅黑" charset="-122"/>
              <a:ea typeface="微软雅黑" charset="-122"/>
              <a:cs typeface="微软雅黑" charset="-122"/>
            </a:endParaRPr>
          </a:p>
        </p:txBody>
      </p:sp>
      <p:pic>
        <p:nvPicPr>
          <p:cNvPr id="2" name="图片 1"/>
          <p:cNvPicPr>
            <a:picLocks noChangeAspect="1"/>
          </p:cNvPicPr>
          <p:nvPr>
            <p:custDataLst>
              <p:tags r:id="rId2"/>
            </p:custDataLst>
          </p:nvPr>
        </p:nvPicPr>
        <p:blipFill>
          <a:blip r:embed="rId3"/>
          <a:stretch>
            <a:fillRect/>
          </a:stretch>
        </p:blipFill>
        <p:spPr>
          <a:xfrm>
            <a:off x="3799840" y="515620"/>
            <a:ext cx="5295900" cy="3556000"/>
          </a:xfrm>
          <a:prstGeom prst="rect">
            <a:avLst/>
          </a:prstGeom>
        </p:spPr>
      </p:pic>
    </p:spTree>
    <p:custDataLst>
      <p:tags r:id="rId4"/>
    </p:custData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133350" y="1271588"/>
            <a:ext cx="2695575" cy="2305050"/>
          </a:xfrm>
          <a:prstGeom prst="rect">
            <a:avLst/>
          </a:prstGeom>
          <a:noFill/>
        </p:spPr>
        <p:txBody>
          <a:bodyPr wrap="square" rtlCol="0" anchor="ctr"/>
          <a:lstStyle/>
          <a:p>
            <a:pPr marL="0" indent="0" algn="ctr">
              <a:buNone/>
            </a:pPr>
            <a:r>
              <a:rPr lang="en-US" sz="10690" b="1" dirty="0">
                <a:solidFill>
                  <a:srgbClr val="FFFFFF"/>
                </a:solidFill>
                <a:latin typeface="Noto Sans SC" pitchFamily="34" charset="0"/>
                <a:ea typeface="Noto Sans SC" pitchFamily="34" charset="-122"/>
                <a:cs typeface="Noto Sans SC" pitchFamily="34" charset="-120"/>
              </a:rPr>
              <a:t>02</a:t>
            </a:r>
            <a:endParaRPr lang="en-US" sz="10690" dirty="0"/>
          </a:p>
        </p:txBody>
      </p:sp>
      <p:sp>
        <p:nvSpPr>
          <p:cNvPr id="3" name="Text 1"/>
          <p:cNvSpPr/>
          <p:nvPr/>
        </p:nvSpPr>
        <p:spPr>
          <a:xfrm>
            <a:off x="4133850" y="2124075"/>
            <a:ext cx="4853940" cy="2471738"/>
          </a:xfrm>
          <a:prstGeom prst="rect">
            <a:avLst/>
          </a:prstGeom>
          <a:noFill/>
        </p:spPr>
        <p:txBody>
          <a:bodyPr wrap="square" rtlCol="0" anchor="t"/>
          <a:lstStyle/>
          <a:p>
            <a:pPr marL="0" indent="0" algn="l">
              <a:buNone/>
            </a:pPr>
            <a:r>
              <a:rPr lang="en-US" sz="3500" b="1" dirty="0">
                <a:solidFill>
                  <a:srgbClr val="144A82"/>
                </a:solidFill>
                <a:latin typeface="Noto Sans SC" pitchFamily="34" charset="0"/>
                <a:ea typeface="Noto Sans SC" pitchFamily="34" charset="-122"/>
                <a:cs typeface="Noto Sans SC" pitchFamily="34" charset="-120"/>
                <a:sym typeface="+mn-ea"/>
              </a:rPr>
              <a:t>混合框架-</a:t>
            </a:r>
            <a:r>
              <a:rPr lang="en-US" sz="3500" b="1" dirty="0">
                <a:solidFill>
                  <a:srgbClr val="144A82"/>
                </a:solidFill>
                <a:latin typeface="Noto Sans SC" pitchFamily="34" charset="0"/>
                <a:ea typeface="Noto Sans SC" pitchFamily="34" charset="-122"/>
                <a:cs typeface="Noto Sans SC" pitchFamily="34" charset="-120"/>
              </a:rPr>
              <a:t>模拟社交媒体用户</a:t>
            </a:r>
            <a:endParaRPr lang="en-US" sz="35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文本框 14"/>
          <p:cNvSpPr txBox="1"/>
          <p:nvPr>
            <p:custDataLst>
              <p:tags r:id="rId1"/>
            </p:custDataLst>
          </p:nvPr>
        </p:nvSpPr>
        <p:spPr>
          <a:xfrm>
            <a:off x="685805" y="1485916"/>
            <a:ext cx="2276866" cy="1485910"/>
          </a:xfrm>
          <a:prstGeom prst="rect">
            <a:avLst/>
          </a:prstGeom>
          <a:noFill/>
        </p:spPr>
        <p:txBody>
          <a:bodyPr wrap="square" lIns="47625" tIns="19050" rIns="47625" bIns="19050" rtlCol="0" anchor="ctr" anchorCtr="0">
            <a:normAutofit lnSpcReduction="10000"/>
          </a:bodyPr>
          <a:p>
            <a:pPr marL="0" indent="0" algn="ctr">
              <a:lnSpc>
                <a:spcPct val="110000"/>
              </a:lnSpc>
              <a:spcBef>
                <a:spcPts val="0"/>
              </a:spcBef>
              <a:spcAft>
                <a:spcPts val="0"/>
              </a:spcAft>
              <a:buSzPct val="100000"/>
              <a:buNone/>
            </a:pPr>
            <a:r>
              <a:rPr lang="en-US" sz="2900" b="1" spc="130" dirty="0">
                <a:solidFill>
                  <a:schemeClr val="accent1"/>
                </a:solidFill>
                <a:uFillTx/>
                <a:latin typeface="微软雅黑" charset="-122"/>
                <a:ea typeface="微软雅黑" charset="-122"/>
              </a:rPr>
              <a:t>模拟社交媒体用户的混合框架</a:t>
            </a:r>
            <a:endParaRPr lang="en-US" sz="2900" b="1" spc="130" dirty="0">
              <a:solidFill>
                <a:schemeClr val="accent1"/>
              </a:solidFill>
              <a:uFillTx/>
              <a:latin typeface="微软雅黑" charset="-122"/>
              <a:ea typeface="微软雅黑" charset="-122"/>
            </a:endParaRPr>
          </a:p>
        </p:txBody>
      </p:sp>
      <p:sp>
        <p:nvSpPr>
          <p:cNvPr id="16" name="Title 6"/>
          <p:cNvSpPr txBox="1"/>
          <p:nvPr>
            <p:custDataLst>
              <p:tags r:id="rId2"/>
            </p:custDataLst>
          </p:nvPr>
        </p:nvSpPr>
        <p:spPr>
          <a:xfrm>
            <a:off x="3419880" y="457114"/>
            <a:ext cx="5266982" cy="4229271"/>
          </a:xfrm>
          <a:prstGeom prst="rect">
            <a:avLst/>
          </a:prstGeom>
          <a:noFill/>
          <a:ln w="3175">
            <a:noFill/>
            <a:prstDash val="dash"/>
          </a:ln>
        </p:spPr>
        <p:txBody>
          <a:bodyPr wrap="square" lIns="47625" tIns="19050" rIns="47625" bIns="19050" anchor="ctr" anchorCtr="0"/>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marL="254000" lvl="0" indent="-254000" algn="l" fontAlgn="ctr">
              <a:lnSpc>
                <a:spcPct val="120000"/>
              </a:lnSpc>
              <a:spcBef>
                <a:spcPts val="0"/>
              </a:spcBef>
              <a:spcAft>
                <a:spcPts val="800"/>
              </a:spcAft>
              <a:buSzPct val="100000"/>
              <a:buFont typeface="Wingdings" panose="05000000000000000000" charset="0"/>
              <a:buChar char="l"/>
            </a:pPr>
            <a:r>
              <a:rPr lang="en-US" sz="1200" spc="40" dirty="0">
                <a:ln w="3175">
                  <a:noFill/>
                  <a:prstDash val="dash"/>
                </a:ln>
                <a:solidFill>
                  <a:schemeClr val="dk1">
                    <a:lumMod val="75000"/>
                    <a:lumOff val="25000"/>
                  </a:schemeClr>
                </a:solidFill>
                <a:uFillTx/>
                <a:latin typeface="微软雅黑" charset="-122"/>
                <a:ea typeface="微软雅黑" charset="-122"/>
                <a:cs typeface="微软雅黑" charset="-122"/>
              </a:rPr>
              <a:t>用户参与度：用户参与度遵循帕累托分布</a:t>
            </a:r>
            <a:endParaRPr lang="en-US" sz="1200" spc="40" dirty="0">
              <a:ln w="3175">
                <a:noFill/>
                <a:prstDash val="dash"/>
              </a:ln>
              <a:solidFill>
                <a:schemeClr val="dk1">
                  <a:lumMod val="75000"/>
                  <a:lumOff val="25000"/>
                </a:schemeClr>
              </a:solidFill>
              <a:uFillTx/>
              <a:latin typeface="微软雅黑" charset="-122"/>
              <a:ea typeface="微软雅黑" charset="-122"/>
              <a:cs typeface="微软雅黑" charset="-122"/>
            </a:endParaRPr>
          </a:p>
          <a:p>
            <a:pPr marL="254000" lvl="0" indent="-254000" algn="l" fontAlgn="ctr">
              <a:lnSpc>
                <a:spcPct val="120000"/>
              </a:lnSpc>
              <a:spcBef>
                <a:spcPts val="0"/>
              </a:spcBef>
              <a:spcAft>
                <a:spcPts val="800"/>
              </a:spcAft>
              <a:buSzPct val="100000"/>
              <a:buFont typeface="Wingdings" panose="05000000000000000000" charset="0"/>
              <a:buChar char="l"/>
            </a:pPr>
            <a:endParaRPr lang="en-US" sz="1200" spc="40" dirty="0">
              <a:ln w="3175">
                <a:noFill/>
                <a:prstDash val="dash"/>
              </a:ln>
              <a:solidFill>
                <a:schemeClr val="dk1">
                  <a:lumMod val="75000"/>
                  <a:lumOff val="25000"/>
                </a:schemeClr>
              </a:solidFill>
              <a:uFillTx/>
              <a:latin typeface="微软雅黑" charset="-122"/>
              <a:ea typeface="微软雅黑" charset="-122"/>
              <a:cs typeface="微软雅黑" charset="-122"/>
            </a:endParaRPr>
          </a:p>
          <a:p>
            <a:pPr marL="254000" lvl="0" indent="-254000" algn="l" fontAlgn="ctr">
              <a:lnSpc>
                <a:spcPct val="120000"/>
              </a:lnSpc>
              <a:spcBef>
                <a:spcPts val="0"/>
              </a:spcBef>
              <a:spcAft>
                <a:spcPts val="800"/>
              </a:spcAft>
              <a:buSzPct val="100000"/>
              <a:buFont typeface="Wingdings" panose="05000000000000000000" charset="0"/>
              <a:buChar char="l"/>
            </a:pPr>
            <a:r>
              <a:rPr lang="zh-CN" altLang="en-US" sz="1200" spc="40" dirty="0">
                <a:ln w="3175">
                  <a:noFill/>
                  <a:prstDash val="dash"/>
                </a:ln>
                <a:solidFill>
                  <a:schemeClr val="dk1">
                    <a:lumMod val="75000"/>
                    <a:lumOff val="25000"/>
                  </a:schemeClr>
                </a:solidFill>
                <a:uFillTx/>
                <a:latin typeface="微软雅黑" charset="-122"/>
                <a:ea typeface="微软雅黑" charset="-122"/>
                <a:cs typeface="微软雅黑" charset="-122"/>
              </a:rPr>
              <a:t>划分为</a:t>
            </a:r>
            <a:r>
              <a:rPr lang="en-US" sz="1200" spc="40" dirty="0">
                <a:ln w="3175">
                  <a:noFill/>
                  <a:prstDash val="dash"/>
                </a:ln>
                <a:solidFill>
                  <a:schemeClr val="dk1">
                    <a:lumMod val="75000"/>
                    <a:lumOff val="25000"/>
                  </a:schemeClr>
                </a:solidFill>
                <a:uFillTx/>
                <a:latin typeface="微软雅黑" charset="-122"/>
                <a:ea typeface="微软雅黑" charset="-122"/>
                <a:cs typeface="微软雅黑" charset="-122"/>
              </a:rPr>
              <a:t>核心用户与普通用户的区分</a:t>
            </a:r>
            <a:endParaRPr lang="en-US" sz="1200" spc="40" dirty="0">
              <a:ln w="3175">
                <a:noFill/>
                <a:prstDash val="dash"/>
              </a:ln>
              <a:solidFill>
                <a:schemeClr val="dk1">
                  <a:lumMod val="75000"/>
                  <a:lumOff val="25000"/>
                </a:schemeClr>
              </a:solidFill>
              <a:uFillTx/>
              <a:latin typeface="微软雅黑" charset="-122"/>
              <a:ea typeface="微软雅黑" charset="-122"/>
              <a:cs typeface="微软雅黑" charset="-122"/>
            </a:endParaRPr>
          </a:p>
          <a:p>
            <a:pPr marL="254000" lvl="0" indent="-254000" algn="l" fontAlgn="ctr">
              <a:lnSpc>
                <a:spcPct val="120000"/>
              </a:lnSpc>
              <a:spcBef>
                <a:spcPts val="0"/>
              </a:spcBef>
              <a:spcAft>
                <a:spcPts val="800"/>
              </a:spcAft>
              <a:buSzPct val="100000"/>
              <a:buFont typeface="Wingdings" panose="05000000000000000000" charset="0"/>
              <a:buChar char="l"/>
            </a:pPr>
            <a:endParaRPr lang="en-US" sz="1200" spc="40" dirty="0">
              <a:ln w="3175">
                <a:noFill/>
                <a:prstDash val="dash"/>
              </a:ln>
              <a:solidFill>
                <a:schemeClr val="dk1">
                  <a:lumMod val="75000"/>
                  <a:lumOff val="25000"/>
                </a:schemeClr>
              </a:solidFill>
              <a:uFillTx/>
              <a:latin typeface="微软雅黑" charset="-122"/>
              <a:ea typeface="微软雅黑" charset="-122"/>
              <a:cs typeface="微软雅黑" charset="-122"/>
            </a:endParaRPr>
          </a:p>
          <a:p>
            <a:pPr marL="254000" lvl="0" indent="-254000" algn="l" fontAlgn="ctr">
              <a:lnSpc>
                <a:spcPct val="120000"/>
              </a:lnSpc>
              <a:spcBef>
                <a:spcPts val="0"/>
              </a:spcBef>
              <a:spcAft>
                <a:spcPts val="800"/>
              </a:spcAft>
              <a:buSzPct val="100000"/>
              <a:buFont typeface="Wingdings" panose="05000000000000000000" charset="0"/>
              <a:buChar char="l"/>
            </a:pPr>
            <a:r>
              <a:rPr lang="zh-CN" altLang="en-US" sz="1200" spc="40" dirty="0">
                <a:ln w="3175">
                  <a:noFill/>
                  <a:prstDash val="dash"/>
                </a:ln>
                <a:solidFill>
                  <a:schemeClr val="dk1">
                    <a:lumMod val="75000"/>
                    <a:lumOff val="25000"/>
                  </a:schemeClr>
                </a:solidFill>
                <a:uFillTx/>
                <a:latin typeface="微软雅黑" charset="-122"/>
                <a:ea typeface="微软雅黑" charset="-122"/>
                <a:cs typeface="微软雅黑" charset="-122"/>
              </a:rPr>
              <a:t>核心用户：</a:t>
            </a:r>
            <a:endParaRPr lang="en-US" sz="1200" spc="40" dirty="0">
              <a:ln w="3175">
                <a:noFill/>
                <a:prstDash val="dash"/>
              </a:ln>
              <a:solidFill>
                <a:schemeClr val="dk1">
                  <a:lumMod val="75000"/>
                  <a:lumOff val="25000"/>
                </a:schemeClr>
              </a:solidFill>
              <a:uFillTx/>
              <a:latin typeface="微软雅黑" charset="-122"/>
              <a:ea typeface="微软雅黑" charset="-122"/>
              <a:cs typeface="微软雅黑" charset="-122"/>
            </a:endParaRPr>
          </a:p>
          <a:p>
            <a:pPr marL="711200" lvl="1" indent="-254000" algn="l" fontAlgn="ctr">
              <a:lnSpc>
                <a:spcPct val="120000"/>
              </a:lnSpc>
              <a:spcBef>
                <a:spcPts val="0"/>
              </a:spcBef>
              <a:spcAft>
                <a:spcPts val="800"/>
              </a:spcAft>
              <a:buSzPct val="100000"/>
              <a:buFont typeface="Wingdings" panose="05000000000000000000" charset="0"/>
              <a:buChar char="l"/>
            </a:pPr>
            <a:r>
              <a:rPr lang="en-US" sz="1200" spc="40" dirty="0">
                <a:ln w="3175">
                  <a:noFill/>
                  <a:prstDash val="dash"/>
                </a:ln>
                <a:solidFill>
                  <a:schemeClr val="dk1">
                    <a:lumMod val="75000"/>
                    <a:lumOff val="25000"/>
                  </a:schemeClr>
                </a:solidFill>
                <a:uFillTx/>
                <a:latin typeface="微软雅黑" charset="-122"/>
                <a:ea typeface="微软雅黑" charset="-122"/>
                <a:cs typeface="微软雅黑" charset="-122"/>
              </a:rPr>
              <a:t>核心用户的模拟架构：</a:t>
            </a:r>
            <a:br>
              <a:rPr lang="en-US" sz="1200" spc="40" dirty="0">
                <a:ln w="3175">
                  <a:noFill/>
                  <a:prstDash val="dash"/>
                </a:ln>
                <a:solidFill>
                  <a:schemeClr val="dk1">
                    <a:lumMod val="75000"/>
                    <a:lumOff val="25000"/>
                  </a:schemeClr>
                </a:solidFill>
                <a:uFillTx/>
                <a:latin typeface="微软雅黑" charset="-122"/>
                <a:ea typeface="微软雅黑" charset="-122"/>
                <a:cs typeface="微软雅黑" charset="-122"/>
              </a:rPr>
            </a:br>
            <a:r>
              <a:rPr lang="en-US" sz="1200" spc="40" dirty="0">
                <a:ln w="3175">
                  <a:noFill/>
                  <a:prstDash val="dash"/>
                </a:ln>
                <a:solidFill>
                  <a:schemeClr val="dk1">
                    <a:lumMod val="75000"/>
                    <a:lumOff val="25000"/>
                  </a:schemeClr>
                </a:solidFill>
                <a:uFillTx/>
                <a:latin typeface="微软雅黑" charset="-122"/>
                <a:ea typeface="微软雅黑" charset="-122"/>
                <a:cs typeface="微软雅黑" charset="-122"/>
              </a:rPr>
              <a:t>设计了LLMs驱动的代理架构</a:t>
            </a:r>
            <a:endParaRPr lang="en-US" sz="1200" spc="40" dirty="0">
              <a:ln w="3175">
                <a:noFill/>
                <a:prstDash val="dash"/>
              </a:ln>
              <a:solidFill>
                <a:schemeClr val="dk1">
                  <a:lumMod val="75000"/>
                  <a:lumOff val="25000"/>
                </a:schemeClr>
              </a:solidFill>
              <a:uFillTx/>
              <a:latin typeface="微软雅黑" charset="-122"/>
              <a:ea typeface="微软雅黑" charset="-122"/>
              <a:cs typeface="微软雅黑" charset="-122"/>
            </a:endParaRPr>
          </a:p>
          <a:p>
            <a:pPr marL="711200" lvl="1" indent="-254000" algn="l" fontAlgn="ctr">
              <a:lnSpc>
                <a:spcPct val="120000"/>
              </a:lnSpc>
              <a:spcBef>
                <a:spcPts val="0"/>
              </a:spcBef>
              <a:spcAft>
                <a:spcPts val="800"/>
              </a:spcAft>
              <a:buSzPct val="100000"/>
              <a:buFont typeface="Wingdings" panose="05000000000000000000" charset="0"/>
              <a:buChar char="l"/>
            </a:pPr>
            <a:r>
              <a:rPr lang="en-US" sz="1200" spc="40" dirty="0">
                <a:ln w="3175">
                  <a:noFill/>
                  <a:prstDash val="dash"/>
                </a:ln>
                <a:solidFill>
                  <a:schemeClr val="dk1">
                    <a:lumMod val="75000"/>
                    <a:lumOff val="25000"/>
                  </a:schemeClr>
                </a:solidFill>
                <a:uFillTx/>
                <a:latin typeface="微软雅黑" charset="-122"/>
                <a:ea typeface="微软雅黑" charset="-122"/>
                <a:cs typeface="微软雅黑" charset="-122"/>
              </a:rPr>
              <a:t>个人资料模块：</a:t>
            </a:r>
            <a:br>
              <a:rPr lang="en-US" sz="1200" spc="40" dirty="0">
                <a:ln w="3175">
                  <a:noFill/>
                  <a:prstDash val="dash"/>
                </a:ln>
                <a:solidFill>
                  <a:schemeClr val="dk1">
                    <a:lumMod val="75000"/>
                    <a:lumOff val="25000"/>
                  </a:schemeClr>
                </a:solidFill>
                <a:uFillTx/>
                <a:latin typeface="微软雅黑" charset="-122"/>
                <a:ea typeface="微软雅黑" charset="-122"/>
                <a:cs typeface="微软雅黑" charset="-122"/>
              </a:rPr>
            </a:br>
            <a:r>
              <a:rPr lang="en-US" sz="1200" spc="40" dirty="0">
                <a:ln w="3175">
                  <a:noFill/>
                  <a:prstDash val="dash"/>
                </a:ln>
                <a:solidFill>
                  <a:schemeClr val="dk1">
                    <a:lumMod val="75000"/>
                    <a:lumOff val="25000"/>
                  </a:schemeClr>
                </a:solidFill>
                <a:uFillTx/>
                <a:latin typeface="微软雅黑" charset="-122"/>
                <a:ea typeface="微软雅黑" charset="-122"/>
                <a:cs typeface="微软雅黑" charset="-122"/>
              </a:rPr>
              <a:t>包含个人资料信息，帮助初始化代理反映用户立场</a:t>
            </a:r>
            <a:endParaRPr lang="en-US" sz="1200" spc="40" dirty="0">
              <a:ln w="3175">
                <a:noFill/>
                <a:prstDash val="dash"/>
              </a:ln>
              <a:solidFill>
                <a:schemeClr val="dk1">
                  <a:lumMod val="75000"/>
                  <a:lumOff val="25000"/>
                </a:schemeClr>
              </a:solidFill>
              <a:uFillTx/>
              <a:latin typeface="微软雅黑" charset="-122"/>
              <a:ea typeface="微软雅黑" charset="-122"/>
              <a:cs typeface="微软雅黑" charset="-122"/>
            </a:endParaRPr>
          </a:p>
          <a:p>
            <a:pPr marL="711200" lvl="1" indent="-254000" algn="l" fontAlgn="ctr">
              <a:lnSpc>
                <a:spcPct val="120000"/>
              </a:lnSpc>
              <a:spcBef>
                <a:spcPts val="0"/>
              </a:spcBef>
              <a:spcAft>
                <a:spcPts val="800"/>
              </a:spcAft>
              <a:buSzPct val="100000"/>
              <a:buFont typeface="Wingdings" panose="05000000000000000000" charset="0"/>
              <a:buChar char="l"/>
            </a:pPr>
            <a:r>
              <a:rPr lang="en-US" sz="1200" spc="40" dirty="0">
                <a:ln w="3175">
                  <a:noFill/>
                  <a:prstDash val="dash"/>
                </a:ln>
                <a:solidFill>
                  <a:schemeClr val="dk1">
                    <a:lumMod val="75000"/>
                    <a:lumOff val="25000"/>
                  </a:schemeClr>
                </a:solidFill>
                <a:uFillTx/>
                <a:latin typeface="微软雅黑" charset="-122"/>
                <a:ea typeface="微软雅黑" charset="-122"/>
                <a:cs typeface="微软雅黑" charset="-122"/>
              </a:rPr>
              <a:t>记忆模块：</a:t>
            </a:r>
            <a:br>
              <a:rPr lang="en-US" sz="1200" spc="40" dirty="0">
                <a:ln w="3175">
                  <a:noFill/>
                  <a:prstDash val="dash"/>
                </a:ln>
                <a:solidFill>
                  <a:schemeClr val="dk1">
                    <a:lumMod val="75000"/>
                    <a:lumOff val="25000"/>
                  </a:schemeClr>
                </a:solidFill>
                <a:uFillTx/>
                <a:latin typeface="微软雅黑" charset="-122"/>
                <a:ea typeface="微软雅黑" charset="-122"/>
                <a:cs typeface="微软雅黑" charset="-122"/>
              </a:rPr>
            </a:br>
            <a:r>
              <a:rPr lang="en-US" sz="1200" spc="40" dirty="0">
                <a:ln w="3175">
                  <a:noFill/>
                  <a:prstDash val="dash"/>
                </a:ln>
                <a:solidFill>
                  <a:schemeClr val="dk1">
                    <a:lumMod val="75000"/>
                    <a:lumOff val="25000"/>
                  </a:schemeClr>
                </a:solidFill>
                <a:uFillTx/>
                <a:latin typeface="微软雅黑" charset="-122"/>
                <a:ea typeface="微软雅黑" charset="-122"/>
                <a:cs typeface="微软雅黑" charset="-122"/>
              </a:rPr>
              <a:t>处理代理的记忆，帮助生成高层思考</a:t>
            </a:r>
            <a:endParaRPr lang="en-US" sz="1200" spc="40" dirty="0">
              <a:ln w="3175">
                <a:noFill/>
                <a:prstDash val="dash"/>
              </a:ln>
              <a:solidFill>
                <a:schemeClr val="dk1">
                  <a:lumMod val="75000"/>
                  <a:lumOff val="25000"/>
                </a:schemeClr>
              </a:solidFill>
              <a:uFillTx/>
              <a:latin typeface="微软雅黑" charset="-122"/>
              <a:ea typeface="微软雅黑" charset="-122"/>
              <a:cs typeface="微软雅黑" charset="-122"/>
            </a:endParaRPr>
          </a:p>
          <a:p>
            <a:pPr marL="711200" lvl="1" indent="-254000" algn="l" fontAlgn="ctr">
              <a:lnSpc>
                <a:spcPct val="120000"/>
              </a:lnSpc>
              <a:spcBef>
                <a:spcPts val="0"/>
              </a:spcBef>
              <a:spcAft>
                <a:spcPts val="800"/>
              </a:spcAft>
              <a:buSzPct val="100000"/>
              <a:buFont typeface="Wingdings" panose="05000000000000000000" charset="0"/>
              <a:buChar char="l"/>
            </a:pPr>
            <a:r>
              <a:rPr lang="en-US" sz="1200" spc="40" dirty="0">
                <a:ln w="3175">
                  <a:noFill/>
                  <a:prstDash val="dash"/>
                </a:ln>
                <a:solidFill>
                  <a:schemeClr val="dk1">
                    <a:lumMod val="75000"/>
                    <a:lumOff val="25000"/>
                  </a:schemeClr>
                </a:solidFill>
                <a:uFillTx/>
                <a:latin typeface="微软雅黑" charset="-122"/>
                <a:ea typeface="微软雅黑" charset="-122"/>
                <a:cs typeface="微软雅黑" charset="-122"/>
              </a:rPr>
              <a:t>行动模块：</a:t>
            </a:r>
            <a:br>
              <a:rPr lang="en-US" sz="1200" spc="40" dirty="0">
                <a:ln w="3175">
                  <a:noFill/>
                  <a:prstDash val="dash"/>
                </a:ln>
                <a:solidFill>
                  <a:schemeClr val="dk1">
                    <a:lumMod val="75000"/>
                    <a:lumOff val="25000"/>
                  </a:schemeClr>
                </a:solidFill>
                <a:uFillTx/>
                <a:latin typeface="微软雅黑" charset="-122"/>
                <a:ea typeface="微软雅黑" charset="-122"/>
                <a:cs typeface="微软雅黑" charset="-122"/>
              </a:rPr>
            </a:br>
            <a:r>
              <a:rPr lang="en-US" sz="1200" spc="40" dirty="0">
                <a:ln w="3175">
                  <a:noFill/>
                  <a:prstDash val="dash"/>
                </a:ln>
                <a:solidFill>
                  <a:schemeClr val="dk1">
                    <a:lumMod val="75000"/>
                    <a:lumOff val="25000"/>
                  </a:schemeClr>
                </a:solidFill>
                <a:uFillTx/>
                <a:latin typeface="微软雅黑" charset="-122"/>
                <a:ea typeface="微软雅黑" charset="-122"/>
                <a:cs typeface="微软雅黑" charset="-122"/>
              </a:rPr>
              <a:t>设计社交媒体生态的行动模块</a:t>
            </a:r>
            <a:endParaRPr lang="en-US" sz="1200" spc="40" dirty="0">
              <a:ln w="3175">
                <a:noFill/>
                <a:prstDash val="dash"/>
              </a:ln>
              <a:solidFill>
                <a:schemeClr val="dk1">
                  <a:lumMod val="75000"/>
                  <a:lumOff val="25000"/>
                </a:schemeClr>
              </a:solidFill>
              <a:uFillTx/>
              <a:latin typeface="微软雅黑" charset="-122"/>
              <a:ea typeface="微软雅黑" charset="-122"/>
              <a:cs typeface="微软雅黑" charset="-122"/>
            </a:endParaRPr>
          </a:p>
          <a:p>
            <a:pPr lvl="1" indent="0" algn="l" fontAlgn="ctr">
              <a:lnSpc>
                <a:spcPct val="120000"/>
              </a:lnSpc>
              <a:spcBef>
                <a:spcPts val="0"/>
              </a:spcBef>
              <a:spcAft>
                <a:spcPts val="800"/>
              </a:spcAft>
              <a:buSzPct val="100000"/>
              <a:buFont typeface="Wingdings" panose="05000000000000000000" charset="0"/>
              <a:buNone/>
            </a:pPr>
            <a:endParaRPr lang="en-US" sz="1200" spc="40" dirty="0">
              <a:ln w="3175">
                <a:noFill/>
                <a:prstDash val="dash"/>
              </a:ln>
              <a:solidFill>
                <a:schemeClr val="dk1">
                  <a:lumMod val="75000"/>
                  <a:lumOff val="25000"/>
                </a:schemeClr>
              </a:solidFill>
              <a:uFillTx/>
              <a:latin typeface="微软雅黑" charset="-122"/>
              <a:ea typeface="微软雅黑" charset="-122"/>
              <a:cs typeface="微软雅黑" charset="-122"/>
            </a:endParaRPr>
          </a:p>
          <a:p>
            <a:pPr marL="254000" lvl="0" indent="-254000" algn="l" fontAlgn="ctr">
              <a:lnSpc>
                <a:spcPct val="120000"/>
              </a:lnSpc>
              <a:spcBef>
                <a:spcPts val="0"/>
              </a:spcBef>
              <a:spcAft>
                <a:spcPts val="800"/>
              </a:spcAft>
              <a:buSzPct val="100000"/>
              <a:buFont typeface="Wingdings" panose="05000000000000000000" charset="0"/>
              <a:buChar char="l"/>
            </a:pPr>
            <a:r>
              <a:rPr lang="en-US" sz="1200" spc="40" dirty="0">
                <a:ln w="3175">
                  <a:noFill/>
                  <a:prstDash val="dash"/>
                </a:ln>
                <a:solidFill>
                  <a:schemeClr val="dk1">
                    <a:lumMod val="75000"/>
                    <a:lumOff val="25000"/>
                  </a:schemeClr>
                </a:solidFill>
                <a:uFillTx/>
                <a:latin typeface="微软雅黑" charset="-122"/>
                <a:ea typeface="微软雅黑" charset="-122"/>
                <a:cs typeface="微软雅黑" charset="-122"/>
              </a:rPr>
              <a:t>普通用户的模拟：</a:t>
            </a:r>
            <a:br>
              <a:rPr lang="en-US" sz="1200" spc="40" dirty="0">
                <a:ln w="3175">
                  <a:noFill/>
                  <a:prstDash val="dash"/>
                </a:ln>
                <a:solidFill>
                  <a:schemeClr val="dk1">
                    <a:lumMod val="75000"/>
                    <a:lumOff val="25000"/>
                  </a:schemeClr>
                </a:solidFill>
                <a:uFillTx/>
                <a:latin typeface="微软雅黑" charset="-122"/>
                <a:ea typeface="微软雅黑" charset="-122"/>
                <a:cs typeface="微软雅黑" charset="-122"/>
              </a:rPr>
            </a:br>
            <a:r>
              <a:rPr lang="en-US" sz="1200" spc="40" dirty="0">
                <a:ln w="3175">
                  <a:noFill/>
                  <a:prstDash val="dash"/>
                </a:ln>
                <a:solidFill>
                  <a:schemeClr val="dk1">
                    <a:lumMod val="75000"/>
                    <a:lumOff val="25000"/>
                  </a:schemeClr>
                </a:solidFill>
                <a:uFillTx/>
                <a:latin typeface="微软雅黑" charset="-122"/>
                <a:ea typeface="微软雅黑" charset="-122"/>
                <a:cs typeface="微软雅黑" charset="-122"/>
              </a:rPr>
              <a:t>使用演绎ABMs模拟普通用户的行为</a:t>
            </a:r>
            <a:endParaRPr lang="en-US" sz="1200" spc="40" dirty="0">
              <a:ln w="3175">
                <a:noFill/>
                <a:prstDash val="dash"/>
              </a:ln>
              <a:solidFill>
                <a:schemeClr val="dk1">
                  <a:lumMod val="75000"/>
                  <a:lumOff val="25000"/>
                </a:schemeClr>
              </a:solidFill>
              <a:uFillTx/>
              <a:latin typeface="微软雅黑" charset="-122"/>
              <a:ea typeface="微软雅黑" charset="-122"/>
              <a:cs typeface="微软雅黑" charset="-122"/>
            </a:endParaRPr>
          </a:p>
        </p:txBody>
      </p:sp>
      <p:sp>
        <p:nvSpPr>
          <p:cNvPr id="12" name="矩形 11"/>
          <p:cNvSpPr/>
          <p:nvPr>
            <p:custDataLst>
              <p:tags r:id="rId3"/>
            </p:custDataLst>
          </p:nvPr>
        </p:nvSpPr>
        <p:spPr>
          <a:xfrm>
            <a:off x="1112718" y="4"/>
            <a:ext cx="1423045" cy="1143009"/>
          </a:xfrm>
          <a:prstGeom prst="rect">
            <a:avLst/>
          </a:prstGeom>
          <a:solidFill>
            <a:schemeClr val="dk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350">
              <a:solidFill>
                <a:schemeClr val="lt1"/>
              </a:solidFill>
              <a:latin typeface="微软雅黑" charset="-122"/>
              <a:ea typeface="微软雅黑" charset="-122"/>
            </a:endParaRPr>
          </a:p>
        </p:txBody>
      </p:sp>
      <p:sp>
        <p:nvSpPr>
          <p:cNvPr id="13" name="矩形 12"/>
          <p:cNvSpPr/>
          <p:nvPr>
            <p:custDataLst>
              <p:tags r:id="rId4"/>
            </p:custDataLst>
          </p:nvPr>
        </p:nvSpPr>
        <p:spPr>
          <a:xfrm>
            <a:off x="1112718" y="1257314"/>
            <a:ext cx="1423045" cy="57151"/>
          </a:xfrm>
          <a:prstGeom prst="rect">
            <a:avLst/>
          </a:prstGeom>
          <a:solidFill>
            <a:schemeClr val="dk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350">
              <a:solidFill>
                <a:schemeClr val="lt1"/>
              </a:solidFill>
              <a:latin typeface="微软雅黑" charset="-122"/>
              <a:ea typeface="微软雅黑" charset="-122"/>
            </a:endParaRPr>
          </a:p>
        </p:txBody>
      </p:sp>
      <p:sp>
        <p:nvSpPr>
          <p:cNvPr id="14" name="矩形 13"/>
          <p:cNvSpPr/>
          <p:nvPr>
            <p:custDataLst>
              <p:tags r:id="rId5"/>
            </p:custDataLst>
          </p:nvPr>
        </p:nvSpPr>
        <p:spPr>
          <a:xfrm>
            <a:off x="1112718" y="3200388"/>
            <a:ext cx="1423045" cy="1943112"/>
          </a:xfrm>
          <a:prstGeom prst="rect">
            <a:avLst/>
          </a:prstGeom>
          <a:solidFill>
            <a:schemeClr val="dk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350">
              <a:solidFill>
                <a:schemeClr val="lt1"/>
              </a:solidFill>
              <a:latin typeface="微软雅黑" charset="-122"/>
              <a:ea typeface="微软雅黑" charset="-122"/>
            </a:endParaRPr>
          </a:p>
        </p:txBody>
      </p:sp>
    </p:spTree>
    <p:custDataLst>
      <p:tags r:id="rId6"/>
    </p:custData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图片 1"/>
          <p:cNvPicPr>
            <a:picLocks noChangeAspect="1"/>
          </p:cNvPicPr>
          <p:nvPr>
            <p:custDataLst>
              <p:tags r:id="rId1"/>
            </p:custDataLst>
          </p:nvPr>
        </p:nvPicPr>
        <p:blipFill>
          <a:blip r:embed="rId2"/>
          <a:stretch>
            <a:fillRect/>
          </a:stretch>
        </p:blipFill>
        <p:spPr>
          <a:xfrm>
            <a:off x="0" y="224155"/>
            <a:ext cx="9144000" cy="4695190"/>
          </a:xfrm>
          <a:prstGeom prst="rect">
            <a:avLst/>
          </a:prstGeom>
        </p:spPr>
      </p:pic>
    </p:spTree>
    <p:custDataLst>
      <p:tags r:id="rId3"/>
    </p:custData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图片 1"/>
          <p:cNvPicPr>
            <a:picLocks noChangeAspect="1"/>
          </p:cNvPicPr>
          <p:nvPr>
            <p:custDataLst>
              <p:tags r:id="rId1"/>
            </p:custDataLst>
          </p:nvPr>
        </p:nvPicPr>
        <p:blipFill>
          <a:blip r:embed="rId2"/>
          <a:stretch>
            <a:fillRect/>
          </a:stretch>
        </p:blipFill>
        <p:spPr>
          <a:xfrm>
            <a:off x="3914775" y="307340"/>
            <a:ext cx="5049520" cy="4648200"/>
          </a:xfrm>
          <a:prstGeom prst="rect">
            <a:avLst/>
          </a:prstGeom>
        </p:spPr>
      </p:pic>
      <p:pic>
        <p:nvPicPr>
          <p:cNvPr id="3" name="图片 2"/>
          <p:cNvPicPr>
            <a:picLocks noChangeAspect="1"/>
          </p:cNvPicPr>
          <p:nvPr>
            <p:custDataLst>
              <p:tags r:id="rId3"/>
            </p:custDataLst>
          </p:nvPr>
        </p:nvPicPr>
        <p:blipFill>
          <a:blip r:embed="rId4"/>
          <a:stretch>
            <a:fillRect/>
          </a:stretch>
        </p:blipFill>
        <p:spPr>
          <a:xfrm>
            <a:off x="363855" y="1529080"/>
            <a:ext cx="1876425" cy="523875"/>
          </a:xfrm>
          <a:prstGeom prst="rect">
            <a:avLst/>
          </a:prstGeom>
        </p:spPr>
      </p:pic>
      <p:sp>
        <p:nvSpPr>
          <p:cNvPr id="4" name="文本框 3"/>
          <p:cNvSpPr txBox="1"/>
          <p:nvPr/>
        </p:nvSpPr>
        <p:spPr>
          <a:xfrm>
            <a:off x="252095" y="615950"/>
            <a:ext cx="2494915" cy="645160"/>
          </a:xfrm>
          <a:prstGeom prst="rect">
            <a:avLst/>
          </a:prstGeom>
          <a:noFill/>
        </p:spPr>
        <p:txBody>
          <a:bodyPr wrap="square" rtlCol="0" anchor="t">
            <a:spAutoFit/>
          </a:bodyPr>
          <a:p>
            <a:r>
              <a:rPr lang="zh-CN" altLang="en-US"/>
              <a:t>帕累托分布(Pareto distribution)</a:t>
            </a:r>
            <a:endParaRPr lang="zh-CN" altLang="en-US"/>
          </a:p>
        </p:txBody>
      </p:sp>
      <p:sp>
        <p:nvSpPr>
          <p:cNvPr id="5" name="文本框 4"/>
          <p:cNvSpPr txBox="1"/>
          <p:nvPr/>
        </p:nvSpPr>
        <p:spPr>
          <a:xfrm>
            <a:off x="139065" y="2697480"/>
            <a:ext cx="3489960" cy="1476375"/>
          </a:xfrm>
          <a:prstGeom prst="rect">
            <a:avLst/>
          </a:prstGeom>
          <a:noFill/>
        </p:spPr>
        <p:txBody>
          <a:bodyPr wrap="square" rtlCol="0" anchor="t">
            <a:spAutoFit/>
          </a:bodyPr>
          <a:p>
            <a:r>
              <a:rPr lang="zh-CN" altLang="en-US"/>
              <a:t>User engagement in social networks often exhibits</a:t>
            </a:r>
            <a:r>
              <a:rPr lang="en-US" altLang="zh-CN"/>
              <a:t> </a:t>
            </a:r>
            <a:r>
              <a:rPr lang="zh-CN" altLang="en-US"/>
              <a:t>a Pareto</a:t>
            </a:r>
            <a:r>
              <a:rPr lang="en-US" altLang="zh-CN"/>
              <a:t> </a:t>
            </a:r>
            <a:r>
              <a:rPr lang="zh-CN" altLang="en-US"/>
              <a:t>distribution,where the bulk of content originates from a small fraction of individuals</a:t>
            </a:r>
            <a:endParaRPr lang="zh-CN" altLang="en-US"/>
          </a:p>
        </p:txBody>
      </p:sp>
    </p:spTree>
    <p:custDataLst>
      <p:tags r:id="rId5"/>
    </p:custData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矩形 1"/>
          <p:cNvSpPr/>
          <p:nvPr userDrawn="1">
            <p:custDataLst>
              <p:tags r:id="rId1"/>
            </p:custDataLst>
          </p:nvPr>
        </p:nvSpPr>
        <p:spPr>
          <a:xfrm>
            <a:off x="0" y="0"/>
            <a:ext cx="9144000" cy="684086"/>
          </a:xfrm>
          <a:prstGeom prst="rect">
            <a:avLst/>
          </a:prstGeom>
          <a:solidFill>
            <a:schemeClr val="dk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lvl="0" algn="ctr"/>
            <a:endParaRPr lang="en-US" altLang="zh-CN" sz="1350">
              <a:solidFill>
                <a:schemeClr val="lt1"/>
              </a:solidFill>
              <a:latin typeface="微软雅黑" charset="-122"/>
              <a:ea typeface="微软雅黑" charset="-122"/>
              <a:sym typeface="+mn-ea"/>
            </a:endParaRPr>
          </a:p>
        </p:txBody>
      </p:sp>
      <p:sp>
        <p:nvSpPr>
          <p:cNvPr id="3" name="文本框 2"/>
          <p:cNvSpPr txBox="1"/>
          <p:nvPr>
            <p:custDataLst>
              <p:tags r:id="rId2"/>
            </p:custDataLst>
          </p:nvPr>
        </p:nvSpPr>
        <p:spPr>
          <a:xfrm>
            <a:off x="342867" y="114301"/>
            <a:ext cx="8458267" cy="457200"/>
          </a:xfrm>
          <a:prstGeom prst="rect">
            <a:avLst/>
          </a:prstGeom>
          <a:noFill/>
        </p:spPr>
        <p:txBody>
          <a:bodyPr wrap="square" lIns="47625" tIns="19050" rIns="47625" bIns="19050" rtlCol="0" anchor="ctr" anchorCtr="0">
            <a:normAutofit fontScale="90000"/>
          </a:bodyPr>
          <a:p>
            <a:pPr marL="0" indent="0" algn="l">
              <a:lnSpc>
                <a:spcPct val="100000"/>
              </a:lnSpc>
              <a:spcBef>
                <a:spcPts val="0"/>
              </a:spcBef>
              <a:spcAft>
                <a:spcPts val="0"/>
              </a:spcAft>
              <a:buSzPct val="100000"/>
              <a:buNone/>
            </a:pPr>
            <a:r>
              <a:rPr lang="zh-CN" altLang="en-US" sz="2800" b="1" spc="120">
                <a:solidFill>
                  <a:schemeClr val="lt1"/>
                </a:solidFill>
                <a:uFillTx/>
                <a:latin typeface="微软雅黑" charset="-122"/>
                <a:ea typeface="微软雅黑" charset="-122"/>
              </a:rPr>
              <a:t>模拟核心用户</a:t>
            </a:r>
            <a:endParaRPr lang="zh-CN" altLang="en-US" sz="2800" b="1" spc="120">
              <a:solidFill>
                <a:schemeClr val="lt1"/>
              </a:solidFill>
              <a:uFillTx/>
              <a:latin typeface="微软雅黑" charset="-122"/>
              <a:ea typeface="微软雅黑" charset="-122"/>
            </a:endParaRPr>
          </a:p>
        </p:txBody>
      </p:sp>
      <p:sp>
        <p:nvSpPr>
          <p:cNvPr id="4" name="矩形 3"/>
          <p:cNvSpPr/>
          <p:nvPr>
            <p:custDataLst>
              <p:tags r:id="rId3"/>
            </p:custDataLst>
          </p:nvPr>
        </p:nvSpPr>
        <p:spPr>
          <a:xfrm>
            <a:off x="457332" y="1068929"/>
            <a:ext cx="8229338" cy="3460513"/>
          </a:xfrm>
          <a:prstGeom prst="rect">
            <a:avLst/>
          </a:prstGeom>
          <a:noFill/>
          <a:ln w="6350">
            <a:solidFill>
              <a:schemeClr val="accent1">
                <a:alpha val="20000"/>
              </a:schemeClr>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latin typeface="微软雅黑" charset="0"/>
              <a:ea typeface="微软雅黑" charset="0"/>
            </a:endParaRPr>
          </a:p>
        </p:txBody>
      </p:sp>
      <p:cxnSp>
        <p:nvCxnSpPr>
          <p:cNvPr id="12" name="直接连接符 11"/>
          <p:cNvCxnSpPr/>
          <p:nvPr>
            <p:custDataLst>
              <p:tags r:id="rId4"/>
            </p:custDataLst>
          </p:nvPr>
        </p:nvCxnSpPr>
        <p:spPr>
          <a:xfrm>
            <a:off x="3213913" y="1255829"/>
            <a:ext cx="0" cy="3058392"/>
          </a:xfrm>
          <a:prstGeom prst="line">
            <a:avLst/>
          </a:prstGeom>
          <a:ln w="6350" cmpd="sng">
            <a:solidFill>
              <a:schemeClr val="accent1">
                <a:lumMod val="50000"/>
              </a:schemeClr>
            </a:solidFill>
            <a:prstDash val="solid"/>
          </a:ln>
        </p:spPr>
        <p:style>
          <a:lnRef idx="1">
            <a:schemeClr val="accent1"/>
          </a:lnRef>
          <a:fillRef idx="0">
            <a:schemeClr val="accent1"/>
          </a:fillRef>
          <a:effectRef idx="0">
            <a:schemeClr val="accent1"/>
          </a:effectRef>
          <a:fontRef idx="minor">
            <a:schemeClr val="tx1"/>
          </a:fontRef>
        </p:style>
      </p:cxnSp>
      <p:sp>
        <p:nvSpPr>
          <p:cNvPr id="6" name="矩形 5"/>
          <p:cNvSpPr/>
          <p:nvPr>
            <p:custDataLst>
              <p:tags r:id="rId5"/>
            </p:custDataLst>
          </p:nvPr>
        </p:nvSpPr>
        <p:spPr>
          <a:xfrm>
            <a:off x="727497" y="1464570"/>
            <a:ext cx="2256724" cy="2815361"/>
          </a:xfrm>
          <a:prstGeom prst="rect">
            <a:avLst/>
          </a:prstGeom>
        </p:spPr>
        <p:txBody>
          <a:bodyPr anchor="ctr">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R="0" lvl="0" indent="0" algn="l" defTabSz="914400" rtl="0" eaLnBrk="1" fontAlgn="auto" latinLnBrk="0" hangingPunct="1">
              <a:lnSpc>
                <a:spcPct val="120000"/>
              </a:lnSpc>
              <a:spcBef>
                <a:spcPts val="0"/>
              </a:spcBef>
              <a:spcAft>
                <a:spcPts val="800"/>
              </a:spcAft>
              <a:buClr>
                <a:srgbClr val="000000">
                  <a:lumMod val="75000"/>
                  <a:lumOff val="25000"/>
                </a:srgbClr>
              </a:buClr>
              <a:buSzPct val="90000"/>
              <a:buFont typeface="Wingdings" panose="05000000000000000000" pitchFamily="2" charset="2"/>
              <a:buNone/>
            </a:pPr>
            <a:r>
              <a:rPr kumimoji="0" lang="en-US" altLang="zh-CN" sz="1400" b="0" i="0" u="none" kern="1200" cap="none" spc="40" normalizeH="0" noProof="0">
                <a:ln>
                  <a:noFill/>
                </a:ln>
                <a:solidFill>
                  <a:schemeClr val="tx1">
                    <a:lumMod val="65000"/>
                    <a:lumOff val="35000"/>
                  </a:schemeClr>
                </a:solidFill>
                <a:effectLst/>
                <a:uLnTx/>
                <a:uFillTx/>
                <a:latin typeface="微软雅黑" charset="0"/>
                <a:ea typeface="微软雅黑" charset="0"/>
                <a:sym typeface="+mn-ea"/>
              </a:rPr>
              <a:t>Profile Module</a:t>
            </a:r>
            <a:endParaRPr kumimoji="0" lang="en-US" altLang="zh-CN" sz="1400" b="0" i="0" u="none" kern="1200" cap="none" spc="40" normalizeH="0" noProof="0">
              <a:ln>
                <a:noFill/>
              </a:ln>
              <a:solidFill>
                <a:schemeClr val="tx1">
                  <a:lumMod val="65000"/>
                  <a:lumOff val="35000"/>
                </a:schemeClr>
              </a:solidFill>
              <a:effectLst/>
              <a:uLnTx/>
              <a:uFillTx/>
              <a:latin typeface="微软雅黑" charset="0"/>
              <a:ea typeface="微软雅黑" charset="0"/>
              <a:sym typeface="+mn-ea"/>
            </a:endParaRPr>
          </a:p>
          <a:p>
            <a:pPr marL="254000" marR="0" lvl="0" indent="-254000" algn="l" defTabSz="914400" rtl="0" eaLnBrk="1" fontAlgn="auto" latinLnBrk="0" hangingPunct="1">
              <a:lnSpc>
                <a:spcPct val="120000"/>
              </a:lnSpc>
              <a:spcBef>
                <a:spcPts val="0"/>
              </a:spcBef>
              <a:spcAft>
                <a:spcPts val="800"/>
              </a:spcAft>
              <a:buClr>
                <a:srgbClr val="000000">
                  <a:lumMod val="75000"/>
                  <a:lumOff val="25000"/>
                </a:srgbClr>
              </a:buClr>
              <a:buSzPct val="90000"/>
              <a:buFont typeface="Wingdings" panose="05000000000000000000" pitchFamily="2" charset="2"/>
              <a:buChar char="n"/>
            </a:pPr>
            <a:r>
              <a:rPr kumimoji="0" lang="en-US" altLang="zh-CN" sz="1400" b="0" i="0" u="none" kern="1200" cap="none" spc="40" normalizeH="0" noProof="0">
                <a:ln>
                  <a:noFill/>
                </a:ln>
                <a:solidFill>
                  <a:schemeClr val="tx1">
                    <a:lumMod val="65000"/>
                    <a:lumOff val="35000"/>
                  </a:schemeClr>
                </a:solidFill>
                <a:effectLst/>
                <a:uLnTx/>
                <a:uFillTx/>
                <a:latin typeface="微软雅黑" charset="0"/>
                <a:ea typeface="微软雅黑" charset="0"/>
              </a:rPr>
              <a:t>Demographics</a:t>
            </a:r>
            <a:endParaRPr kumimoji="0" lang="en-US" altLang="zh-CN" sz="1400" b="0" i="0" u="none" kern="1200" cap="none" spc="40" normalizeH="0" noProof="0">
              <a:ln>
                <a:noFill/>
              </a:ln>
              <a:solidFill>
                <a:schemeClr val="tx1">
                  <a:lumMod val="65000"/>
                  <a:lumOff val="35000"/>
                </a:schemeClr>
              </a:solidFill>
              <a:effectLst/>
              <a:uLnTx/>
              <a:uFillTx/>
              <a:latin typeface="微软雅黑" charset="0"/>
              <a:ea typeface="微软雅黑" charset="0"/>
            </a:endParaRPr>
          </a:p>
          <a:p>
            <a:pPr marL="254000" marR="0" lvl="0" indent="-254000" algn="l" defTabSz="914400" rtl="0" eaLnBrk="1" fontAlgn="auto" latinLnBrk="0" hangingPunct="1">
              <a:lnSpc>
                <a:spcPct val="120000"/>
              </a:lnSpc>
              <a:spcBef>
                <a:spcPts val="0"/>
              </a:spcBef>
              <a:spcAft>
                <a:spcPts val="800"/>
              </a:spcAft>
              <a:buClr>
                <a:srgbClr val="000000">
                  <a:lumMod val="75000"/>
                  <a:lumOff val="25000"/>
                </a:srgbClr>
              </a:buClr>
              <a:buSzPct val="90000"/>
              <a:buFont typeface="Wingdings" panose="05000000000000000000" pitchFamily="2" charset="2"/>
              <a:buChar char="n"/>
            </a:pPr>
            <a:r>
              <a:rPr kumimoji="0" lang="en-US" altLang="zh-CN" sz="1400" b="0" i="0" u="none" kern="1200" cap="none" spc="40" normalizeH="0" noProof="0">
                <a:ln>
                  <a:noFill/>
                </a:ln>
                <a:solidFill>
                  <a:schemeClr val="tx1">
                    <a:lumMod val="65000"/>
                    <a:lumOff val="35000"/>
                  </a:schemeClr>
                </a:solidFill>
                <a:effectLst/>
                <a:uLnTx/>
                <a:uFillTx/>
                <a:latin typeface="微软雅黑" charset="0"/>
                <a:ea typeface="微软雅黑" charset="0"/>
              </a:rPr>
              <a:t>Social Traits</a:t>
            </a:r>
            <a:endParaRPr kumimoji="0" lang="en-US" altLang="zh-CN" sz="1400" b="0" i="0" u="none" kern="1200" cap="none" spc="40" normalizeH="0" noProof="0">
              <a:ln>
                <a:noFill/>
              </a:ln>
              <a:solidFill>
                <a:schemeClr val="tx1">
                  <a:lumMod val="65000"/>
                  <a:lumOff val="35000"/>
                </a:schemeClr>
              </a:solidFill>
              <a:effectLst/>
              <a:uLnTx/>
              <a:uFillTx/>
              <a:latin typeface="微软雅黑" charset="0"/>
              <a:ea typeface="微软雅黑" charset="0"/>
            </a:endParaRPr>
          </a:p>
          <a:p>
            <a:pPr marL="254000" marR="0" lvl="0" indent="-254000" algn="l" defTabSz="914400" rtl="0" eaLnBrk="1" fontAlgn="auto" latinLnBrk="0" hangingPunct="1">
              <a:lnSpc>
                <a:spcPct val="120000"/>
              </a:lnSpc>
              <a:spcBef>
                <a:spcPts val="0"/>
              </a:spcBef>
              <a:spcAft>
                <a:spcPts val="800"/>
              </a:spcAft>
              <a:buClr>
                <a:srgbClr val="000000">
                  <a:lumMod val="75000"/>
                  <a:lumOff val="25000"/>
                </a:srgbClr>
              </a:buClr>
              <a:buSzPct val="90000"/>
              <a:buFont typeface="Wingdings" panose="05000000000000000000" pitchFamily="2" charset="2"/>
              <a:buChar char="n"/>
            </a:pPr>
            <a:r>
              <a:rPr kumimoji="0" lang="en-US" altLang="zh-CN" sz="1400" b="0" i="0" u="none" kern="1200" cap="none" spc="40" normalizeH="0" noProof="0">
                <a:ln>
                  <a:noFill/>
                </a:ln>
                <a:solidFill>
                  <a:srgbClr val="FF0000"/>
                </a:solidFill>
                <a:effectLst/>
                <a:uLnTx/>
                <a:uFillTx/>
                <a:latin typeface="微软雅黑" charset="0"/>
                <a:ea typeface="微软雅黑" charset="0"/>
              </a:rPr>
              <a:t>Communication Roles</a:t>
            </a:r>
            <a:endParaRPr kumimoji="0" lang="en-US" altLang="zh-CN" sz="1400" b="0" i="0" u="none" kern="1200" cap="none" spc="40" normalizeH="0" noProof="0">
              <a:ln>
                <a:noFill/>
              </a:ln>
              <a:solidFill>
                <a:srgbClr val="FF0000"/>
              </a:solidFill>
              <a:effectLst/>
              <a:uLnTx/>
              <a:uFillTx/>
              <a:latin typeface="微软雅黑" charset="0"/>
              <a:ea typeface="微软雅黑" charset="0"/>
            </a:endParaRPr>
          </a:p>
          <a:p>
            <a:pPr marL="711200" marR="0" lvl="1" indent="-254000" algn="l" defTabSz="914400" rtl="0" eaLnBrk="1" fontAlgn="auto" latinLnBrk="0" hangingPunct="1">
              <a:lnSpc>
                <a:spcPct val="120000"/>
              </a:lnSpc>
              <a:spcBef>
                <a:spcPts val="0"/>
              </a:spcBef>
              <a:spcAft>
                <a:spcPts val="800"/>
              </a:spcAft>
              <a:buClr>
                <a:srgbClr val="000000">
                  <a:lumMod val="75000"/>
                  <a:lumOff val="25000"/>
                </a:srgbClr>
              </a:buClr>
              <a:buSzPct val="90000"/>
              <a:buFont typeface="Wingdings" panose="05000000000000000000" pitchFamily="2" charset="2"/>
              <a:buChar char="n"/>
            </a:pPr>
            <a:r>
              <a:rPr kumimoji="0" lang="en-US" altLang="zh-CN" sz="1400" b="0" i="0" u="none" kern="1200" cap="none" spc="40" normalizeH="0" noProof="0">
                <a:ln>
                  <a:noFill/>
                </a:ln>
                <a:solidFill>
                  <a:srgbClr val="FF0000"/>
                </a:solidFill>
                <a:effectLst/>
                <a:uLnTx/>
                <a:uFillTx/>
                <a:latin typeface="微软雅黑" charset="0"/>
                <a:ea typeface="微软雅黑" charset="0"/>
              </a:rPr>
              <a:t>Idea Starter</a:t>
            </a:r>
            <a:endParaRPr kumimoji="0" lang="en-US" altLang="zh-CN" sz="1400" b="0" i="0" u="none" kern="1200" cap="none" spc="40" normalizeH="0" noProof="0">
              <a:ln>
                <a:noFill/>
              </a:ln>
              <a:solidFill>
                <a:srgbClr val="FF0000"/>
              </a:solidFill>
              <a:effectLst/>
              <a:uLnTx/>
              <a:uFillTx/>
              <a:latin typeface="微软雅黑" charset="0"/>
              <a:ea typeface="微软雅黑" charset="0"/>
            </a:endParaRPr>
          </a:p>
          <a:p>
            <a:pPr marL="711200" marR="0" lvl="1" indent="-254000" algn="l" defTabSz="914400" rtl="0" eaLnBrk="1" fontAlgn="auto" latinLnBrk="0" hangingPunct="1">
              <a:lnSpc>
                <a:spcPct val="120000"/>
              </a:lnSpc>
              <a:spcBef>
                <a:spcPts val="0"/>
              </a:spcBef>
              <a:spcAft>
                <a:spcPts val="800"/>
              </a:spcAft>
              <a:buClr>
                <a:srgbClr val="000000">
                  <a:lumMod val="75000"/>
                  <a:lumOff val="25000"/>
                </a:srgbClr>
              </a:buClr>
              <a:buSzPct val="90000"/>
              <a:buFont typeface="Wingdings" panose="05000000000000000000" pitchFamily="2" charset="2"/>
              <a:buChar char="n"/>
            </a:pPr>
            <a:r>
              <a:rPr kumimoji="0" lang="en-US" altLang="zh-CN" sz="1400" b="0" i="0" u="none" kern="1200" cap="none" spc="40" normalizeH="0" noProof="0">
                <a:ln>
                  <a:noFill/>
                </a:ln>
                <a:solidFill>
                  <a:srgbClr val="FF0000"/>
                </a:solidFill>
                <a:effectLst/>
                <a:uLnTx/>
                <a:uFillTx/>
                <a:latin typeface="微软雅黑" charset="0"/>
                <a:ea typeface="微软雅黑" charset="0"/>
              </a:rPr>
              <a:t>amplifier</a:t>
            </a:r>
            <a:endParaRPr kumimoji="0" lang="en-US" altLang="zh-CN" sz="1400" b="0" i="0" u="none" kern="1200" cap="none" spc="40" normalizeH="0" noProof="0">
              <a:ln>
                <a:noFill/>
              </a:ln>
              <a:solidFill>
                <a:srgbClr val="FF0000"/>
              </a:solidFill>
              <a:effectLst/>
              <a:uLnTx/>
              <a:uFillTx/>
              <a:latin typeface="微软雅黑" charset="0"/>
              <a:ea typeface="微软雅黑" charset="0"/>
            </a:endParaRPr>
          </a:p>
          <a:p>
            <a:pPr marL="711200" marR="0" lvl="1" indent="-254000" algn="l" defTabSz="914400" rtl="0" eaLnBrk="1" fontAlgn="auto" latinLnBrk="0" hangingPunct="1">
              <a:lnSpc>
                <a:spcPct val="120000"/>
              </a:lnSpc>
              <a:spcBef>
                <a:spcPts val="0"/>
              </a:spcBef>
              <a:spcAft>
                <a:spcPts val="800"/>
              </a:spcAft>
              <a:buClr>
                <a:srgbClr val="000000">
                  <a:lumMod val="75000"/>
                  <a:lumOff val="25000"/>
                </a:srgbClr>
              </a:buClr>
              <a:buSzPct val="90000"/>
              <a:buFont typeface="Wingdings" panose="05000000000000000000" pitchFamily="2" charset="2"/>
              <a:buChar char="n"/>
            </a:pPr>
            <a:r>
              <a:rPr kumimoji="0" lang="en-US" altLang="zh-CN" sz="1400" b="0" i="0" u="none" kern="1200" cap="none" spc="40" normalizeH="0" noProof="0">
                <a:ln>
                  <a:noFill/>
                </a:ln>
                <a:solidFill>
                  <a:srgbClr val="FF0000"/>
                </a:solidFill>
                <a:effectLst/>
                <a:uLnTx/>
                <a:uFillTx/>
                <a:latin typeface="微软雅黑" charset="0"/>
                <a:ea typeface="微软雅黑" charset="0"/>
              </a:rPr>
              <a:t>Curator</a:t>
            </a:r>
            <a:endParaRPr kumimoji="0" lang="en-US" altLang="zh-CN" sz="1400" b="0" i="0" u="none" kern="1200" cap="none" spc="40" normalizeH="0" noProof="0">
              <a:ln>
                <a:noFill/>
              </a:ln>
              <a:solidFill>
                <a:srgbClr val="FF0000"/>
              </a:solidFill>
              <a:effectLst/>
              <a:uLnTx/>
              <a:uFillTx/>
              <a:latin typeface="微软雅黑" charset="0"/>
              <a:ea typeface="微软雅黑" charset="0"/>
            </a:endParaRPr>
          </a:p>
          <a:p>
            <a:pPr marL="711200" marR="0" lvl="1" indent="-254000" algn="l" defTabSz="914400" rtl="0" eaLnBrk="1" fontAlgn="auto" latinLnBrk="0" hangingPunct="1">
              <a:lnSpc>
                <a:spcPct val="120000"/>
              </a:lnSpc>
              <a:spcBef>
                <a:spcPts val="0"/>
              </a:spcBef>
              <a:spcAft>
                <a:spcPts val="800"/>
              </a:spcAft>
              <a:buClr>
                <a:srgbClr val="000000">
                  <a:lumMod val="75000"/>
                  <a:lumOff val="25000"/>
                </a:srgbClr>
              </a:buClr>
              <a:buSzPct val="90000"/>
              <a:buFont typeface="Wingdings" panose="05000000000000000000" pitchFamily="2" charset="2"/>
              <a:buChar char="n"/>
            </a:pPr>
            <a:r>
              <a:rPr kumimoji="0" lang="en-US" altLang="zh-CN" sz="1400" b="0" i="0" u="none" kern="1200" cap="none" spc="40" normalizeH="0" noProof="0">
                <a:ln>
                  <a:noFill/>
                </a:ln>
                <a:solidFill>
                  <a:srgbClr val="FF0000"/>
                </a:solidFill>
                <a:effectLst/>
                <a:uLnTx/>
                <a:uFillTx/>
                <a:latin typeface="微软雅黑" charset="0"/>
                <a:ea typeface="微软雅黑" charset="0"/>
              </a:rPr>
              <a:t>Commentator</a:t>
            </a:r>
            <a:endParaRPr kumimoji="0" lang="en-US" altLang="zh-CN" sz="1400" b="0" i="0" u="none" kern="1200" cap="none" spc="40" normalizeH="0" noProof="0">
              <a:ln>
                <a:noFill/>
              </a:ln>
              <a:solidFill>
                <a:srgbClr val="FF0000"/>
              </a:solidFill>
              <a:effectLst/>
              <a:uLnTx/>
              <a:uFillTx/>
              <a:latin typeface="微软雅黑" charset="0"/>
              <a:ea typeface="微软雅黑" charset="0"/>
            </a:endParaRPr>
          </a:p>
          <a:p>
            <a:pPr marL="711200" marR="0" lvl="1" indent="-254000" algn="l" defTabSz="914400" rtl="0" eaLnBrk="1" fontAlgn="auto" latinLnBrk="0" hangingPunct="1">
              <a:lnSpc>
                <a:spcPct val="120000"/>
              </a:lnSpc>
              <a:spcBef>
                <a:spcPts val="0"/>
              </a:spcBef>
              <a:spcAft>
                <a:spcPts val="800"/>
              </a:spcAft>
              <a:buClr>
                <a:srgbClr val="000000">
                  <a:lumMod val="75000"/>
                  <a:lumOff val="25000"/>
                </a:srgbClr>
              </a:buClr>
              <a:buSzPct val="90000"/>
              <a:buFont typeface="Wingdings" panose="05000000000000000000" pitchFamily="2" charset="2"/>
              <a:buChar char="n"/>
            </a:pPr>
            <a:r>
              <a:rPr kumimoji="0" lang="en-US" altLang="zh-CN" sz="1400" b="0" i="0" u="none" kern="1200" cap="none" spc="40" normalizeH="0" noProof="0">
                <a:ln>
                  <a:noFill/>
                </a:ln>
                <a:solidFill>
                  <a:srgbClr val="FF0000"/>
                </a:solidFill>
                <a:effectLst/>
                <a:uLnTx/>
                <a:uFillTx/>
                <a:latin typeface="微软雅黑" charset="0"/>
                <a:ea typeface="微软雅黑" charset="0"/>
              </a:rPr>
              <a:t>Viewer</a:t>
            </a:r>
            <a:endParaRPr kumimoji="0" lang="en-US" altLang="zh-CN" sz="1400" b="0" i="0" u="none" kern="1200" cap="none" spc="40" normalizeH="0" noProof="0">
              <a:ln>
                <a:noFill/>
              </a:ln>
              <a:solidFill>
                <a:srgbClr val="FF0000"/>
              </a:solidFill>
              <a:effectLst/>
              <a:uLnTx/>
              <a:uFillTx/>
              <a:latin typeface="微软雅黑" charset="0"/>
              <a:ea typeface="微软雅黑" charset="0"/>
            </a:endParaRPr>
          </a:p>
        </p:txBody>
      </p:sp>
      <p:sp>
        <p:nvSpPr>
          <p:cNvPr id="5" name="矩形 4"/>
          <p:cNvSpPr/>
          <p:nvPr>
            <p:custDataLst>
              <p:tags r:id="rId6"/>
            </p:custDataLst>
          </p:nvPr>
        </p:nvSpPr>
        <p:spPr>
          <a:xfrm>
            <a:off x="3443606" y="1474169"/>
            <a:ext cx="2256757" cy="2815167"/>
          </a:xfrm>
          <a:prstGeom prst="rect">
            <a:avLst/>
          </a:prstGeom>
          <a:ln>
            <a:noFill/>
          </a:ln>
        </p:spPr>
        <p:txBody>
          <a:bodyPr anchor="ctr">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R="0" lvl="0" indent="0" algn="l" defTabSz="914400" rtl="0" eaLnBrk="1" fontAlgn="auto" latinLnBrk="0" hangingPunct="1">
              <a:lnSpc>
                <a:spcPct val="120000"/>
              </a:lnSpc>
              <a:spcBef>
                <a:spcPts val="0"/>
              </a:spcBef>
              <a:spcAft>
                <a:spcPts val="800"/>
              </a:spcAft>
              <a:buClr>
                <a:srgbClr val="000000">
                  <a:lumMod val="75000"/>
                  <a:lumOff val="25000"/>
                </a:srgbClr>
              </a:buClr>
              <a:buSzPct val="90000"/>
              <a:buFont typeface="Wingdings" panose="05000000000000000000" pitchFamily="2" charset="2"/>
              <a:buNone/>
            </a:pPr>
            <a:r>
              <a:rPr kumimoji="0" lang="en-US" altLang="zh-CN" sz="1400" b="0" i="0" u="none" kern="1200" cap="none" spc="40" normalizeH="0" noProof="0">
                <a:ln>
                  <a:noFill/>
                </a:ln>
                <a:solidFill>
                  <a:schemeClr val="tx1">
                    <a:lumMod val="65000"/>
                    <a:lumOff val="35000"/>
                  </a:schemeClr>
                </a:solidFill>
                <a:effectLst/>
                <a:uLnTx/>
                <a:uFillTx/>
                <a:latin typeface="微软雅黑" charset="0"/>
                <a:ea typeface="微软雅黑" charset="0"/>
                <a:sym typeface="+mn-ea"/>
              </a:rPr>
              <a:t>Memory Module</a:t>
            </a:r>
            <a:endParaRPr kumimoji="0" lang="en-US" altLang="zh-CN" sz="1400" b="0" i="0" u="none" kern="1200" cap="none" spc="40" normalizeH="0" noProof="0">
              <a:ln>
                <a:noFill/>
              </a:ln>
              <a:solidFill>
                <a:schemeClr val="tx1">
                  <a:lumMod val="65000"/>
                  <a:lumOff val="35000"/>
                </a:schemeClr>
              </a:solidFill>
              <a:effectLst/>
              <a:uLnTx/>
              <a:uFillTx/>
              <a:latin typeface="微软雅黑" charset="0"/>
              <a:ea typeface="微软雅黑" charset="0"/>
              <a:sym typeface="+mn-ea"/>
            </a:endParaRPr>
          </a:p>
          <a:p>
            <a:pPr marL="254000" marR="0" lvl="0" indent="-254000" algn="l" defTabSz="914400" rtl="0" eaLnBrk="1" fontAlgn="auto" latinLnBrk="0" hangingPunct="1">
              <a:lnSpc>
                <a:spcPct val="120000"/>
              </a:lnSpc>
              <a:spcBef>
                <a:spcPts val="0"/>
              </a:spcBef>
              <a:spcAft>
                <a:spcPts val="800"/>
              </a:spcAft>
              <a:buClr>
                <a:srgbClr val="000000">
                  <a:lumMod val="75000"/>
                  <a:lumOff val="25000"/>
                </a:srgbClr>
              </a:buClr>
              <a:buSzPct val="90000"/>
              <a:buFont typeface="Wingdings" panose="05000000000000000000" pitchFamily="2" charset="2"/>
              <a:buChar char="n"/>
            </a:pPr>
            <a:r>
              <a:rPr kumimoji="0" lang="en-US" altLang="zh-CN" sz="1400" b="0" i="0" u="none" kern="1200" cap="none" spc="40" normalizeH="0" noProof="0">
                <a:ln>
                  <a:noFill/>
                </a:ln>
                <a:solidFill>
                  <a:schemeClr val="tx1">
                    <a:lumMod val="65000"/>
                    <a:lumOff val="35000"/>
                  </a:schemeClr>
                </a:solidFill>
                <a:effectLst/>
                <a:uLnTx/>
                <a:uFillTx/>
                <a:latin typeface="微软雅黑" charset="0"/>
                <a:ea typeface="微软雅黑" charset="0"/>
              </a:rPr>
              <a:t>Memory Writing</a:t>
            </a:r>
            <a:endParaRPr kumimoji="0" lang="en-US" altLang="zh-CN" sz="1400" b="0" i="0" u="none" kern="1200" cap="none" spc="40" normalizeH="0" noProof="0">
              <a:ln>
                <a:noFill/>
              </a:ln>
              <a:solidFill>
                <a:schemeClr val="tx1">
                  <a:lumMod val="65000"/>
                  <a:lumOff val="35000"/>
                </a:schemeClr>
              </a:solidFill>
              <a:effectLst/>
              <a:uLnTx/>
              <a:uFillTx/>
              <a:latin typeface="微软雅黑" charset="0"/>
              <a:ea typeface="微软雅黑" charset="0"/>
            </a:endParaRPr>
          </a:p>
          <a:p>
            <a:pPr marL="254000" marR="0" lvl="0" indent="-254000" algn="l" defTabSz="914400" rtl="0" eaLnBrk="1" fontAlgn="auto" latinLnBrk="0" hangingPunct="1">
              <a:lnSpc>
                <a:spcPct val="120000"/>
              </a:lnSpc>
              <a:spcBef>
                <a:spcPts val="0"/>
              </a:spcBef>
              <a:spcAft>
                <a:spcPts val="800"/>
              </a:spcAft>
              <a:buClr>
                <a:srgbClr val="000000">
                  <a:lumMod val="75000"/>
                  <a:lumOff val="25000"/>
                </a:srgbClr>
              </a:buClr>
              <a:buSzPct val="90000"/>
              <a:buFont typeface="Wingdings" panose="05000000000000000000" pitchFamily="2" charset="2"/>
              <a:buChar char="n"/>
            </a:pPr>
            <a:r>
              <a:rPr kumimoji="0" lang="en-US" altLang="zh-CN" sz="1400" b="0" i="0" u="none" kern="1200" cap="none" spc="40" normalizeH="0" noProof="0">
                <a:ln>
                  <a:noFill/>
                </a:ln>
                <a:solidFill>
                  <a:schemeClr val="tx1">
                    <a:lumMod val="65000"/>
                    <a:lumOff val="35000"/>
                  </a:schemeClr>
                </a:solidFill>
                <a:effectLst/>
                <a:uLnTx/>
                <a:uFillTx/>
                <a:latin typeface="微软雅黑" charset="0"/>
                <a:ea typeface="微软雅黑" charset="0"/>
              </a:rPr>
              <a:t>Memory Retrieval</a:t>
            </a:r>
            <a:endParaRPr kumimoji="0" lang="en-US" altLang="zh-CN" sz="1400" b="0" i="0" u="none" kern="1200" cap="none" spc="40" normalizeH="0" noProof="0">
              <a:ln>
                <a:noFill/>
              </a:ln>
              <a:solidFill>
                <a:schemeClr val="tx1">
                  <a:lumMod val="65000"/>
                  <a:lumOff val="35000"/>
                </a:schemeClr>
              </a:solidFill>
              <a:effectLst/>
              <a:uLnTx/>
              <a:uFillTx/>
              <a:latin typeface="微软雅黑" charset="0"/>
              <a:ea typeface="微软雅黑" charset="0"/>
            </a:endParaRPr>
          </a:p>
          <a:p>
            <a:pPr marL="254000" marR="0" lvl="0" indent="-254000" algn="l" defTabSz="914400" rtl="0" eaLnBrk="1" fontAlgn="auto" latinLnBrk="0" hangingPunct="1">
              <a:lnSpc>
                <a:spcPct val="120000"/>
              </a:lnSpc>
              <a:spcBef>
                <a:spcPts val="0"/>
              </a:spcBef>
              <a:spcAft>
                <a:spcPts val="800"/>
              </a:spcAft>
              <a:buClr>
                <a:srgbClr val="000000">
                  <a:lumMod val="75000"/>
                  <a:lumOff val="25000"/>
                </a:srgbClr>
              </a:buClr>
              <a:buSzPct val="90000"/>
              <a:buFont typeface="Wingdings" panose="05000000000000000000" pitchFamily="2" charset="2"/>
              <a:buChar char="n"/>
            </a:pPr>
            <a:r>
              <a:rPr kumimoji="0" lang="en-US" altLang="zh-CN" sz="1400" b="0" i="0" u="none" kern="1200" cap="none" spc="40" normalizeH="0" noProof="0">
                <a:ln>
                  <a:noFill/>
                </a:ln>
                <a:solidFill>
                  <a:schemeClr val="tx1">
                    <a:lumMod val="65000"/>
                    <a:lumOff val="35000"/>
                  </a:schemeClr>
                </a:solidFill>
                <a:effectLst/>
                <a:uLnTx/>
                <a:uFillTx/>
                <a:latin typeface="微软雅黑" charset="0"/>
                <a:ea typeface="微软雅黑" charset="0"/>
              </a:rPr>
              <a:t>Memory Reflection</a:t>
            </a:r>
            <a:endParaRPr kumimoji="0" lang="en-US" altLang="zh-CN" sz="1400" b="0" i="0" u="none" kern="1200" cap="none" spc="40" normalizeH="0" noProof="0">
              <a:ln>
                <a:noFill/>
              </a:ln>
              <a:solidFill>
                <a:schemeClr val="tx1">
                  <a:lumMod val="65000"/>
                  <a:lumOff val="35000"/>
                </a:schemeClr>
              </a:solidFill>
              <a:effectLst/>
              <a:uLnTx/>
              <a:uFillTx/>
              <a:latin typeface="微软雅黑" charset="0"/>
              <a:ea typeface="微软雅黑" charset="0"/>
            </a:endParaRPr>
          </a:p>
        </p:txBody>
      </p:sp>
      <p:sp>
        <p:nvSpPr>
          <p:cNvPr id="11" name="矩形 10"/>
          <p:cNvSpPr/>
          <p:nvPr>
            <p:custDataLst>
              <p:tags r:id="rId7"/>
            </p:custDataLst>
          </p:nvPr>
        </p:nvSpPr>
        <p:spPr>
          <a:xfrm>
            <a:off x="6159748" y="1474169"/>
            <a:ext cx="2256757" cy="2815167"/>
          </a:xfrm>
          <a:prstGeom prst="rect">
            <a:avLst/>
          </a:prstGeom>
          <a:ln>
            <a:noFill/>
          </a:ln>
        </p:spPr>
        <p:txBody>
          <a:bodyPr anchor="ctr">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R="0" lvl="0" indent="0" algn="l" defTabSz="914400" rtl="0" eaLnBrk="1" fontAlgn="auto" latinLnBrk="0" hangingPunct="1">
              <a:lnSpc>
                <a:spcPct val="120000"/>
              </a:lnSpc>
              <a:spcBef>
                <a:spcPts val="0"/>
              </a:spcBef>
              <a:spcAft>
                <a:spcPts val="800"/>
              </a:spcAft>
              <a:buClr>
                <a:srgbClr val="000000">
                  <a:lumMod val="75000"/>
                  <a:lumOff val="25000"/>
                </a:srgbClr>
              </a:buClr>
              <a:buSzPct val="90000"/>
              <a:buFont typeface="Wingdings" panose="05000000000000000000" pitchFamily="2" charset="2"/>
              <a:buNone/>
            </a:pPr>
            <a:r>
              <a:rPr kumimoji="0" lang="en-US" altLang="zh-CN" sz="1400" b="0" i="0" u="none" kern="1200" cap="none" spc="110" normalizeH="0" noProof="0">
                <a:ln>
                  <a:noFill/>
                </a:ln>
                <a:solidFill>
                  <a:schemeClr val="tx1">
                    <a:lumMod val="65000"/>
                    <a:lumOff val="35000"/>
                  </a:schemeClr>
                </a:solidFill>
                <a:effectLst/>
                <a:uLnTx/>
                <a:uFillTx/>
                <a:latin typeface="微软雅黑" charset="0"/>
                <a:ea typeface="微软雅黑" charset="0"/>
                <a:sym typeface="+mn-ea"/>
              </a:rPr>
              <a:t>Action Module</a:t>
            </a:r>
            <a:endParaRPr kumimoji="0" lang="en-US" altLang="zh-CN" sz="1400" b="0" i="0" u="none" kern="1200" cap="none" spc="110" normalizeH="0" noProof="0">
              <a:ln>
                <a:noFill/>
              </a:ln>
              <a:solidFill>
                <a:schemeClr val="tx1">
                  <a:lumMod val="65000"/>
                  <a:lumOff val="35000"/>
                </a:schemeClr>
              </a:solidFill>
              <a:effectLst/>
              <a:uLnTx/>
              <a:uFillTx/>
              <a:latin typeface="微软雅黑" charset="0"/>
              <a:ea typeface="微软雅黑" charset="0"/>
              <a:sym typeface="+mn-ea"/>
            </a:endParaRPr>
          </a:p>
          <a:p>
            <a:pPr marL="342900" marR="0" lvl="0" indent="-342900" algn="l" defTabSz="914400" rtl="0" eaLnBrk="1" fontAlgn="auto" latinLnBrk="0" hangingPunct="1">
              <a:lnSpc>
                <a:spcPct val="120000"/>
              </a:lnSpc>
              <a:spcBef>
                <a:spcPts val="0"/>
              </a:spcBef>
              <a:spcAft>
                <a:spcPts val="800"/>
              </a:spcAft>
              <a:buClr>
                <a:srgbClr val="000000">
                  <a:lumMod val="75000"/>
                  <a:lumOff val="25000"/>
                </a:srgbClr>
              </a:buClr>
              <a:buSzPct val="90000"/>
              <a:buFont typeface="Wingdings" panose="05000000000000000000" pitchFamily="2" charset="2"/>
              <a:buChar char="n"/>
            </a:pPr>
            <a:r>
              <a:rPr kumimoji="0" lang="en-US" altLang="zh-CN" sz="1400" b="0" i="0" u="none" kern="1200" cap="none" spc="110" normalizeH="0" noProof="0">
                <a:ln>
                  <a:noFill/>
                </a:ln>
                <a:solidFill>
                  <a:srgbClr val="FF0000"/>
                </a:solidFill>
                <a:effectLst/>
                <a:uLnTx/>
                <a:uFillTx/>
                <a:latin typeface="微软雅黑" charset="0"/>
                <a:ea typeface="微软雅黑" charset="0"/>
              </a:rPr>
              <a:t>Post</a:t>
            </a:r>
            <a:endParaRPr kumimoji="0" lang="en-US" altLang="zh-CN" sz="1400" b="0" i="0" u="none" kern="1200" cap="none" spc="110" normalizeH="0" noProof="0">
              <a:ln>
                <a:noFill/>
              </a:ln>
              <a:solidFill>
                <a:srgbClr val="FF0000"/>
              </a:solidFill>
              <a:effectLst/>
              <a:uLnTx/>
              <a:uFillTx/>
              <a:latin typeface="微软雅黑" charset="0"/>
              <a:ea typeface="微软雅黑" charset="0"/>
            </a:endParaRPr>
          </a:p>
          <a:p>
            <a:pPr marL="342900" marR="0" lvl="0" indent="-342900" algn="l" defTabSz="914400" rtl="0" eaLnBrk="1" fontAlgn="auto" latinLnBrk="0" hangingPunct="1">
              <a:lnSpc>
                <a:spcPct val="120000"/>
              </a:lnSpc>
              <a:spcBef>
                <a:spcPts val="0"/>
              </a:spcBef>
              <a:spcAft>
                <a:spcPts val="800"/>
              </a:spcAft>
              <a:buClr>
                <a:srgbClr val="000000">
                  <a:lumMod val="75000"/>
                  <a:lumOff val="25000"/>
                </a:srgbClr>
              </a:buClr>
              <a:buSzPct val="90000"/>
              <a:buFont typeface="Wingdings" panose="05000000000000000000" pitchFamily="2" charset="2"/>
              <a:buChar char="n"/>
            </a:pPr>
            <a:r>
              <a:rPr kumimoji="0" lang="en-US" altLang="zh-CN" sz="1400" b="0" i="0" u="none" kern="1200" cap="none" spc="110" normalizeH="0" noProof="0">
                <a:ln>
                  <a:noFill/>
                </a:ln>
                <a:solidFill>
                  <a:srgbClr val="FF0000"/>
                </a:solidFill>
                <a:effectLst/>
                <a:uLnTx/>
                <a:uFillTx/>
                <a:latin typeface="微软雅黑" charset="0"/>
                <a:ea typeface="微软雅黑" charset="0"/>
              </a:rPr>
              <a:t>Retweet</a:t>
            </a:r>
            <a:endParaRPr kumimoji="0" lang="en-US" altLang="zh-CN" sz="1400" b="0" i="0" u="none" kern="1200" cap="none" spc="110" normalizeH="0" noProof="0">
              <a:ln>
                <a:noFill/>
              </a:ln>
              <a:solidFill>
                <a:srgbClr val="FF0000"/>
              </a:solidFill>
              <a:effectLst/>
              <a:uLnTx/>
              <a:uFillTx/>
              <a:latin typeface="微软雅黑" charset="0"/>
              <a:ea typeface="微软雅黑" charset="0"/>
            </a:endParaRPr>
          </a:p>
          <a:p>
            <a:pPr marL="342900" marR="0" lvl="0" indent="-342900" algn="l" defTabSz="914400" rtl="0" eaLnBrk="1" fontAlgn="auto" latinLnBrk="0" hangingPunct="1">
              <a:lnSpc>
                <a:spcPct val="120000"/>
              </a:lnSpc>
              <a:spcBef>
                <a:spcPts val="0"/>
              </a:spcBef>
              <a:spcAft>
                <a:spcPts val="800"/>
              </a:spcAft>
              <a:buClr>
                <a:srgbClr val="000000">
                  <a:lumMod val="75000"/>
                  <a:lumOff val="25000"/>
                </a:srgbClr>
              </a:buClr>
              <a:buSzPct val="90000"/>
              <a:buFont typeface="Wingdings" panose="05000000000000000000" pitchFamily="2" charset="2"/>
              <a:buChar char="n"/>
            </a:pPr>
            <a:r>
              <a:rPr kumimoji="0" lang="en-US" altLang="zh-CN" sz="1400" b="0" i="0" u="none" kern="1200" cap="none" spc="110" normalizeH="0" noProof="0">
                <a:ln>
                  <a:noFill/>
                </a:ln>
                <a:solidFill>
                  <a:srgbClr val="FF0000"/>
                </a:solidFill>
                <a:effectLst/>
                <a:uLnTx/>
                <a:uFillTx/>
                <a:latin typeface="微软雅黑" charset="0"/>
                <a:ea typeface="微软雅黑" charset="0"/>
              </a:rPr>
              <a:t>Reply</a:t>
            </a:r>
            <a:endParaRPr kumimoji="0" lang="en-US" altLang="zh-CN" sz="1400" b="0" i="0" u="none" kern="1200" cap="none" spc="110" normalizeH="0" noProof="0">
              <a:ln>
                <a:noFill/>
              </a:ln>
              <a:solidFill>
                <a:srgbClr val="FF0000"/>
              </a:solidFill>
              <a:effectLst/>
              <a:uLnTx/>
              <a:uFillTx/>
              <a:latin typeface="微软雅黑" charset="0"/>
              <a:ea typeface="微软雅黑" charset="0"/>
            </a:endParaRPr>
          </a:p>
          <a:p>
            <a:pPr marL="342900" marR="0" lvl="0" indent="-342900" algn="l" defTabSz="914400" rtl="0" eaLnBrk="1" fontAlgn="auto" latinLnBrk="0" hangingPunct="1">
              <a:lnSpc>
                <a:spcPct val="120000"/>
              </a:lnSpc>
              <a:spcBef>
                <a:spcPts val="0"/>
              </a:spcBef>
              <a:spcAft>
                <a:spcPts val="800"/>
              </a:spcAft>
              <a:buClr>
                <a:srgbClr val="000000">
                  <a:lumMod val="75000"/>
                  <a:lumOff val="25000"/>
                </a:srgbClr>
              </a:buClr>
              <a:buSzPct val="90000"/>
              <a:buFont typeface="Wingdings" panose="05000000000000000000" pitchFamily="2" charset="2"/>
              <a:buChar char="n"/>
            </a:pPr>
            <a:r>
              <a:rPr kumimoji="0" lang="en-US" altLang="zh-CN" sz="1400" b="0" i="0" u="none" kern="1200" cap="none" spc="110" normalizeH="0" noProof="0">
                <a:ln>
                  <a:noFill/>
                </a:ln>
                <a:solidFill>
                  <a:srgbClr val="FF0000"/>
                </a:solidFill>
                <a:effectLst/>
                <a:uLnTx/>
                <a:uFillTx/>
                <a:latin typeface="微软雅黑" charset="0"/>
                <a:ea typeface="微软雅黑" charset="0"/>
              </a:rPr>
              <a:t>Like</a:t>
            </a:r>
            <a:endParaRPr kumimoji="0" lang="en-US" altLang="zh-CN" sz="1400" b="0" i="0" u="none" kern="1200" cap="none" spc="110" normalizeH="0" noProof="0">
              <a:ln>
                <a:noFill/>
              </a:ln>
              <a:solidFill>
                <a:srgbClr val="FF0000"/>
              </a:solidFill>
              <a:effectLst/>
              <a:uLnTx/>
              <a:uFillTx/>
              <a:latin typeface="微软雅黑" charset="0"/>
              <a:ea typeface="微软雅黑" charset="0"/>
            </a:endParaRPr>
          </a:p>
          <a:p>
            <a:pPr marL="342900" marR="0" lvl="0" indent="-342900" algn="l" defTabSz="914400" rtl="0" eaLnBrk="1" fontAlgn="auto" latinLnBrk="0" hangingPunct="1">
              <a:lnSpc>
                <a:spcPct val="120000"/>
              </a:lnSpc>
              <a:spcBef>
                <a:spcPts val="0"/>
              </a:spcBef>
              <a:spcAft>
                <a:spcPts val="800"/>
              </a:spcAft>
              <a:buClr>
                <a:srgbClr val="000000">
                  <a:lumMod val="75000"/>
                  <a:lumOff val="25000"/>
                </a:srgbClr>
              </a:buClr>
              <a:buSzPct val="90000"/>
              <a:buFont typeface="Wingdings" panose="05000000000000000000" pitchFamily="2" charset="2"/>
              <a:buChar char="n"/>
            </a:pPr>
            <a:r>
              <a:rPr kumimoji="0" lang="en-US" altLang="zh-CN" sz="1400" b="0" i="0" u="none" kern="1200" cap="none" spc="110" normalizeH="0" noProof="0">
                <a:ln>
                  <a:noFill/>
                </a:ln>
                <a:solidFill>
                  <a:srgbClr val="FF0000"/>
                </a:solidFill>
                <a:effectLst/>
                <a:uLnTx/>
                <a:uFillTx/>
                <a:latin typeface="微软雅黑" charset="0"/>
                <a:ea typeface="微软雅黑" charset="0"/>
              </a:rPr>
              <a:t>Do Nothing</a:t>
            </a:r>
            <a:endParaRPr kumimoji="0" lang="en-US" altLang="zh-CN" sz="1400" b="0" i="0" u="none" kern="1200" cap="none" spc="110" normalizeH="0" noProof="0">
              <a:ln>
                <a:noFill/>
              </a:ln>
              <a:solidFill>
                <a:srgbClr val="FF0000"/>
              </a:solidFill>
              <a:effectLst/>
              <a:uLnTx/>
              <a:uFillTx/>
              <a:latin typeface="微软雅黑" charset="0"/>
              <a:ea typeface="微软雅黑" charset="0"/>
            </a:endParaRPr>
          </a:p>
        </p:txBody>
      </p:sp>
      <p:cxnSp>
        <p:nvCxnSpPr>
          <p:cNvPr id="13" name="直接连接符 12"/>
          <p:cNvCxnSpPr/>
          <p:nvPr>
            <p:custDataLst>
              <p:tags r:id="rId8"/>
            </p:custDataLst>
          </p:nvPr>
        </p:nvCxnSpPr>
        <p:spPr>
          <a:xfrm>
            <a:off x="5930055" y="1255829"/>
            <a:ext cx="0" cy="3058392"/>
          </a:xfrm>
          <a:prstGeom prst="line">
            <a:avLst/>
          </a:prstGeom>
          <a:ln w="6350" cmpd="sng">
            <a:solidFill>
              <a:schemeClr val="accent1">
                <a:lumMod val="50000"/>
              </a:schemeClr>
            </a:solidFill>
            <a:prstDash val="solid"/>
          </a:ln>
        </p:spPr>
        <p:style>
          <a:lnRef idx="1">
            <a:schemeClr val="accent1"/>
          </a:lnRef>
          <a:fillRef idx="0">
            <a:schemeClr val="accent1"/>
          </a:fillRef>
          <a:effectRef idx="0">
            <a:schemeClr val="accent1"/>
          </a:effectRef>
          <a:fontRef idx="minor">
            <a:schemeClr val="tx1"/>
          </a:fontRef>
        </p:style>
      </p:cxnSp>
    </p:spTree>
    <p:custDataLst>
      <p:tags r:id="rId9"/>
    </p:custData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矩形 1"/>
          <p:cNvSpPr/>
          <p:nvPr userDrawn="1">
            <p:custDataLst>
              <p:tags r:id="rId1"/>
            </p:custDataLst>
          </p:nvPr>
        </p:nvSpPr>
        <p:spPr>
          <a:xfrm>
            <a:off x="0" y="0"/>
            <a:ext cx="9144000" cy="684086"/>
          </a:xfrm>
          <a:prstGeom prst="rect">
            <a:avLst/>
          </a:prstGeom>
          <a:solidFill>
            <a:schemeClr val="dk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lvl="0" algn="ctr"/>
            <a:endParaRPr lang="en-US" altLang="zh-CN" sz="1350">
              <a:solidFill>
                <a:schemeClr val="lt1"/>
              </a:solidFill>
              <a:latin typeface="微软雅黑" charset="-122"/>
              <a:ea typeface="微软雅黑" charset="-122"/>
              <a:sym typeface="+mn-ea"/>
            </a:endParaRPr>
          </a:p>
        </p:txBody>
      </p:sp>
      <p:sp>
        <p:nvSpPr>
          <p:cNvPr id="3" name="文本框 2"/>
          <p:cNvSpPr txBox="1"/>
          <p:nvPr>
            <p:custDataLst>
              <p:tags r:id="rId2"/>
            </p:custDataLst>
          </p:nvPr>
        </p:nvSpPr>
        <p:spPr>
          <a:xfrm>
            <a:off x="342867" y="114301"/>
            <a:ext cx="8458267" cy="457200"/>
          </a:xfrm>
          <a:prstGeom prst="rect">
            <a:avLst/>
          </a:prstGeom>
          <a:noFill/>
        </p:spPr>
        <p:txBody>
          <a:bodyPr wrap="square" lIns="47625" tIns="19050" rIns="47625" bIns="19050" rtlCol="0" anchor="ctr" anchorCtr="0">
            <a:normAutofit fontScale="90000"/>
          </a:bodyPr>
          <a:p>
            <a:pPr marL="0" indent="0" algn="l">
              <a:lnSpc>
                <a:spcPct val="100000"/>
              </a:lnSpc>
              <a:spcBef>
                <a:spcPts val="0"/>
              </a:spcBef>
              <a:spcAft>
                <a:spcPts val="0"/>
              </a:spcAft>
              <a:buSzPct val="100000"/>
              <a:buNone/>
            </a:pPr>
            <a:r>
              <a:rPr lang="zh-CN" altLang="en-US" sz="2800" b="1" spc="120">
                <a:solidFill>
                  <a:schemeClr val="lt1"/>
                </a:solidFill>
                <a:uFillTx/>
                <a:latin typeface="微软雅黑" charset="-122"/>
                <a:ea typeface="微软雅黑" charset="-122"/>
              </a:rPr>
              <a:t>模拟</a:t>
            </a:r>
            <a:r>
              <a:rPr lang="zh-CN" altLang="en-US" sz="2800" b="1" spc="120">
                <a:solidFill>
                  <a:schemeClr val="lt1"/>
                </a:solidFill>
                <a:uFillTx/>
                <a:latin typeface="微软雅黑" charset="-122"/>
                <a:ea typeface="微软雅黑" charset="-122"/>
              </a:rPr>
              <a:t>一般用户</a:t>
            </a:r>
            <a:endParaRPr lang="zh-CN" altLang="en-US" sz="2800" b="1" spc="120">
              <a:solidFill>
                <a:schemeClr val="lt1"/>
              </a:solidFill>
              <a:uFillTx/>
              <a:latin typeface="微软雅黑" charset="-122"/>
              <a:ea typeface="微软雅黑" charset="-122"/>
            </a:endParaRPr>
          </a:p>
        </p:txBody>
      </p:sp>
      <p:sp>
        <p:nvSpPr>
          <p:cNvPr id="4" name="矩形 3"/>
          <p:cNvSpPr/>
          <p:nvPr>
            <p:custDataLst>
              <p:tags r:id="rId3"/>
            </p:custDataLst>
          </p:nvPr>
        </p:nvSpPr>
        <p:spPr>
          <a:xfrm>
            <a:off x="457332" y="1068929"/>
            <a:ext cx="8229338" cy="3460513"/>
          </a:xfrm>
          <a:prstGeom prst="rect">
            <a:avLst/>
          </a:prstGeom>
          <a:noFill/>
          <a:ln w="6350">
            <a:solidFill>
              <a:schemeClr val="accent1">
                <a:alpha val="20000"/>
              </a:schemeClr>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latin typeface="微软雅黑" charset="0"/>
              <a:ea typeface="微软雅黑" charset="0"/>
            </a:endParaRPr>
          </a:p>
        </p:txBody>
      </p:sp>
      <p:cxnSp>
        <p:nvCxnSpPr>
          <p:cNvPr id="12" name="直接连接符 11"/>
          <p:cNvCxnSpPr/>
          <p:nvPr>
            <p:custDataLst>
              <p:tags r:id="rId4"/>
            </p:custDataLst>
          </p:nvPr>
        </p:nvCxnSpPr>
        <p:spPr>
          <a:xfrm>
            <a:off x="3213913" y="1255829"/>
            <a:ext cx="0" cy="3058392"/>
          </a:xfrm>
          <a:prstGeom prst="line">
            <a:avLst/>
          </a:prstGeom>
          <a:ln w="6350" cmpd="sng">
            <a:solidFill>
              <a:schemeClr val="accent1">
                <a:lumMod val="50000"/>
              </a:schemeClr>
            </a:solidFill>
            <a:prstDash val="solid"/>
          </a:ln>
        </p:spPr>
        <p:style>
          <a:lnRef idx="1">
            <a:schemeClr val="accent1"/>
          </a:lnRef>
          <a:fillRef idx="0">
            <a:schemeClr val="accent1"/>
          </a:fillRef>
          <a:effectRef idx="0">
            <a:schemeClr val="accent1"/>
          </a:effectRef>
          <a:fontRef idx="minor">
            <a:schemeClr val="tx1"/>
          </a:fontRef>
        </p:style>
      </p:cxnSp>
      <p:sp>
        <p:nvSpPr>
          <p:cNvPr id="6" name="矩形 5"/>
          <p:cNvSpPr/>
          <p:nvPr>
            <p:custDataLst>
              <p:tags r:id="rId5"/>
            </p:custDataLst>
          </p:nvPr>
        </p:nvSpPr>
        <p:spPr>
          <a:xfrm>
            <a:off x="526415" y="1275715"/>
            <a:ext cx="2691130" cy="3195955"/>
          </a:xfrm>
          <a:prstGeom prst="rect">
            <a:avLst/>
          </a:prstGeom>
        </p:spPr>
        <p:txBody>
          <a:bodyPr anchor="ctr">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R="0" lvl="0" indent="0" algn="l" defTabSz="914400" rtl="0" eaLnBrk="1" fontAlgn="auto" latinLnBrk="0" hangingPunct="1">
              <a:lnSpc>
                <a:spcPct val="120000"/>
              </a:lnSpc>
              <a:spcBef>
                <a:spcPts val="0"/>
              </a:spcBef>
              <a:spcAft>
                <a:spcPts val="800"/>
              </a:spcAft>
              <a:buClr>
                <a:srgbClr val="000000">
                  <a:lumMod val="75000"/>
                  <a:lumOff val="25000"/>
                </a:srgbClr>
              </a:buClr>
              <a:buSzPct val="90000"/>
              <a:buFont typeface="Wingdings" panose="05000000000000000000" pitchFamily="2" charset="2"/>
              <a:buNone/>
            </a:pPr>
            <a:r>
              <a:rPr kumimoji="0" lang="en-US" altLang="zh-CN" sz="1400" b="0" i="0" u="none" kern="1200" cap="none" spc="40" normalizeH="0" noProof="0">
                <a:ln>
                  <a:noFill/>
                </a:ln>
                <a:solidFill>
                  <a:schemeClr val="tx1">
                    <a:lumMod val="65000"/>
                    <a:lumOff val="35000"/>
                  </a:schemeClr>
                </a:solidFill>
                <a:effectLst/>
                <a:uLnTx/>
                <a:uFillTx/>
                <a:latin typeface="微软雅黑" charset="0"/>
                <a:ea typeface="微软雅黑" charset="0"/>
                <a:sym typeface="+mn-ea"/>
              </a:rPr>
              <a:t>Update Function</a:t>
            </a:r>
            <a:endParaRPr kumimoji="0" lang="en-US" altLang="zh-CN" sz="1400" b="0" i="0" u="none" kern="1200" cap="none" spc="40" normalizeH="0" noProof="0">
              <a:ln>
                <a:noFill/>
              </a:ln>
              <a:solidFill>
                <a:schemeClr val="tx1">
                  <a:lumMod val="65000"/>
                  <a:lumOff val="35000"/>
                </a:schemeClr>
              </a:solidFill>
              <a:effectLst/>
              <a:uLnTx/>
              <a:uFillTx/>
              <a:latin typeface="微软雅黑" charset="0"/>
              <a:ea typeface="微软雅黑" charset="0"/>
              <a:sym typeface="+mn-ea"/>
            </a:endParaRPr>
          </a:p>
          <a:p>
            <a:pPr marL="254000" marR="0" lvl="0" indent="-254000" algn="l" defTabSz="914400" rtl="0" eaLnBrk="1" fontAlgn="auto" latinLnBrk="0" hangingPunct="1">
              <a:lnSpc>
                <a:spcPct val="120000"/>
              </a:lnSpc>
              <a:spcBef>
                <a:spcPts val="0"/>
              </a:spcBef>
              <a:spcAft>
                <a:spcPts val="800"/>
              </a:spcAft>
              <a:buClr>
                <a:srgbClr val="000000">
                  <a:lumMod val="75000"/>
                  <a:lumOff val="25000"/>
                </a:srgbClr>
              </a:buClr>
              <a:buSzPct val="90000"/>
              <a:buFont typeface="Wingdings" panose="05000000000000000000" pitchFamily="2" charset="2"/>
              <a:buChar char="n"/>
            </a:pPr>
            <a:r>
              <a:rPr kumimoji="0" lang="en-US" altLang="zh-CN" sz="1400" b="0" i="0" u="none" kern="1200" cap="none" spc="40" normalizeH="0" noProof="0">
                <a:ln>
                  <a:noFill/>
                </a:ln>
                <a:solidFill>
                  <a:schemeClr val="tx1">
                    <a:lumMod val="65000"/>
                    <a:lumOff val="35000"/>
                  </a:schemeClr>
                </a:solidFill>
                <a:effectLst/>
                <a:uLnTx/>
                <a:uFillTx/>
                <a:latin typeface="微软雅黑" charset="0"/>
                <a:ea typeface="微软雅黑" charset="0"/>
              </a:rPr>
              <a:t>The update function generally defines the change of attitudes</a:t>
            </a:r>
            <a:endParaRPr kumimoji="0" lang="en-US" altLang="zh-CN" sz="1400" b="0" i="0" u="none" kern="1200" cap="none" spc="40" normalizeH="0" noProof="0">
              <a:ln>
                <a:noFill/>
              </a:ln>
              <a:solidFill>
                <a:schemeClr val="tx1">
                  <a:lumMod val="65000"/>
                  <a:lumOff val="35000"/>
                </a:schemeClr>
              </a:solidFill>
              <a:effectLst/>
              <a:uLnTx/>
              <a:uFillTx/>
              <a:latin typeface="微软雅黑" charset="0"/>
              <a:ea typeface="微软雅黑" charset="0"/>
            </a:endParaRPr>
          </a:p>
          <a:p>
            <a:pPr marL="254000" marR="0" lvl="0" indent="-254000" algn="l" defTabSz="914400" rtl="0" eaLnBrk="1" fontAlgn="auto" latinLnBrk="0" hangingPunct="1">
              <a:lnSpc>
                <a:spcPct val="120000"/>
              </a:lnSpc>
              <a:spcBef>
                <a:spcPts val="0"/>
              </a:spcBef>
              <a:spcAft>
                <a:spcPts val="800"/>
              </a:spcAft>
              <a:buClr>
                <a:srgbClr val="000000">
                  <a:lumMod val="75000"/>
                  <a:lumOff val="25000"/>
                </a:srgbClr>
              </a:buClr>
              <a:buSzPct val="90000"/>
              <a:buFont typeface="Wingdings" panose="05000000000000000000" pitchFamily="2" charset="2"/>
              <a:buChar char="n"/>
            </a:pPr>
            <a:r>
              <a:rPr kumimoji="0" lang="en-US" altLang="zh-CN" sz="1400" b="0" i="0" u="none" kern="1200" cap="none" spc="40" normalizeH="0" noProof="0">
                <a:ln>
                  <a:noFill/>
                </a:ln>
                <a:solidFill>
                  <a:schemeClr val="tx1">
                    <a:lumMod val="65000"/>
                    <a:lumOff val="35000"/>
                  </a:schemeClr>
                </a:solidFill>
                <a:effectLst/>
                <a:uLnTx/>
                <a:uFillTx/>
                <a:latin typeface="微软雅黑" charset="0"/>
                <a:ea typeface="微软雅黑" charset="0"/>
              </a:rPr>
              <a:t>the update function can be formulated differently to account for </a:t>
            </a:r>
            <a:r>
              <a:rPr kumimoji="0" lang="en-US" altLang="zh-CN" sz="1400" b="0" i="0" u="none" kern="1200" cap="none" spc="40" normalizeH="0" noProof="0">
                <a:ln>
                  <a:noFill/>
                </a:ln>
                <a:solidFill>
                  <a:srgbClr val="FF0000"/>
                </a:solidFill>
                <a:effectLst/>
                <a:uLnTx/>
                <a:uFillTx/>
                <a:latin typeface="微软雅黑" charset="0"/>
                <a:ea typeface="微软雅黑" charset="0"/>
              </a:rPr>
              <a:t>the combined</a:t>
            </a:r>
            <a:r>
              <a:rPr kumimoji="0" lang="en-US" altLang="zh-CN" sz="1400" b="0" i="0" u="none" kern="1200" cap="none" spc="40" normalizeH="0" noProof="0">
                <a:ln>
                  <a:noFill/>
                </a:ln>
                <a:solidFill>
                  <a:schemeClr val="tx1">
                    <a:lumMod val="65000"/>
                    <a:lumOff val="35000"/>
                  </a:schemeClr>
                </a:solidFill>
                <a:effectLst/>
                <a:uLnTx/>
                <a:uFillTx/>
                <a:latin typeface="微软雅黑" charset="0"/>
                <a:ea typeface="微软雅黑" charset="0"/>
              </a:rPr>
              <a:t> </a:t>
            </a:r>
            <a:r>
              <a:rPr kumimoji="0" lang="en-US" altLang="zh-CN" sz="1400" b="0" i="0" u="none" kern="1200" cap="none" spc="40" normalizeH="0" noProof="0">
                <a:ln>
                  <a:noFill/>
                </a:ln>
                <a:solidFill>
                  <a:srgbClr val="FF0000"/>
                </a:solidFill>
                <a:effectLst/>
                <a:uLnTx/>
                <a:uFillTx/>
                <a:latin typeface="微软雅黑" charset="0"/>
                <a:ea typeface="微软雅黑" charset="0"/>
              </a:rPr>
              <a:t>influences of the assimilation force</a:t>
            </a:r>
            <a:r>
              <a:rPr kumimoji="0" lang="en-US" altLang="zh-CN" sz="1400" b="0" i="0" u="none" kern="1200" cap="none" spc="40" normalizeH="0" noProof="0">
                <a:ln>
                  <a:noFill/>
                </a:ln>
                <a:solidFill>
                  <a:schemeClr val="tx1">
                    <a:lumMod val="65000"/>
                    <a:lumOff val="35000"/>
                  </a:schemeClr>
                </a:solidFill>
                <a:effectLst/>
                <a:uLnTx/>
                <a:uFillTx/>
                <a:latin typeface="微软雅黑" charset="0"/>
                <a:ea typeface="微软雅黑" charset="0"/>
              </a:rPr>
              <a:t>, </a:t>
            </a:r>
            <a:r>
              <a:rPr kumimoji="0" lang="en-US" altLang="zh-CN" sz="1400" b="0" i="0" u="none" kern="1200" cap="none" spc="40" normalizeH="0" noProof="0">
                <a:ln>
                  <a:noFill/>
                </a:ln>
                <a:solidFill>
                  <a:srgbClr val="FF0000"/>
                </a:solidFill>
                <a:effectLst/>
                <a:uLnTx/>
                <a:uFillTx/>
                <a:latin typeface="微软雅黑" charset="0"/>
                <a:ea typeface="微软雅黑" charset="0"/>
              </a:rPr>
              <a:t>reinforcement force</a:t>
            </a:r>
            <a:r>
              <a:rPr kumimoji="0" lang="en-US" altLang="zh-CN" sz="1400" b="0" i="0" u="none" kern="1200" cap="none" spc="40" normalizeH="0" noProof="0">
                <a:ln>
                  <a:noFill/>
                </a:ln>
                <a:solidFill>
                  <a:schemeClr val="tx1">
                    <a:lumMod val="65000"/>
                    <a:lumOff val="35000"/>
                  </a:schemeClr>
                </a:solidFill>
                <a:effectLst/>
                <a:uLnTx/>
                <a:uFillTx/>
                <a:latin typeface="微软雅黑" charset="0"/>
                <a:ea typeface="微软雅黑" charset="0"/>
              </a:rPr>
              <a:t>, </a:t>
            </a:r>
            <a:r>
              <a:rPr kumimoji="0" lang="en-US" altLang="zh-CN" sz="1400" b="0" i="0" u="none" kern="1200" cap="none" spc="40" normalizeH="0" noProof="0">
                <a:ln>
                  <a:noFill/>
                </a:ln>
                <a:solidFill>
                  <a:srgbClr val="FF0000"/>
                </a:solidFill>
                <a:effectLst/>
                <a:uLnTx/>
                <a:uFillTx/>
                <a:latin typeface="微软雅黑" charset="0"/>
                <a:ea typeface="微软雅黑" charset="0"/>
              </a:rPr>
              <a:t>similarity bias</a:t>
            </a:r>
            <a:r>
              <a:rPr kumimoji="0" lang="en-US" altLang="zh-CN" sz="1400" b="0" i="0" u="none" kern="1200" cap="none" spc="40" normalizeH="0" noProof="0">
                <a:ln>
                  <a:noFill/>
                </a:ln>
                <a:solidFill>
                  <a:schemeClr val="tx1">
                    <a:lumMod val="65000"/>
                    <a:lumOff val="35000"/>
                  </a:schemeClr>
                </a:solidFill>
                <a:effectLst/>
                <a:uLnTx/>
                <a:uFillTx/>
                <a:latin typeface="微软雅黑" charset="0"/>
                <a:ea typeface="微软雅黑" charset="0"/>
              </a:rPr>
              <a:t> and </a:t>
            </a:r>
            <a:r>
              <a:rPr kumimoji="0" lang="en-US" altLang="zh-CN" sz="1400" b="0" i="0" u="none" kern="1200" cap="none" spc="40" normalizeH="0" noProof="0">
                <a:ln>
                  <a:noFill/>
                </a:ln>
                <a:solidFill>
                  <a:srgbClr val="FF0000"/>
                </a:solidFill>
                <a:effectLst/>
                <a:uLnTx/>
                <a:uFillTx/>
                <a:latin typeface="微软雅黑" charset="0"/>
                <a:ea typeface="微软雅黑" charset="0"/>
              </a:rPr>
              <a:t>repulsion force</a:t>
            </a:r>
            <a:endParaRPr kumimoji="0" lang="en-US" altLang="zh-CN" sz="1400" b="0" i="0" u="none" kern="1200" cap="none" spc="40" normalizeH="0" noProof="0">
              <a:ln>
                <a:noFill/>
              </a:ln>
              <a:solidFill>
                <a:srgbClr val="FF0000"/>
              </a:solidFill>
              <a:effectLst/>
              <a:uLnTx/>
              <a:uFillTx/>
              <a:latin typeface="微软雅黑" charset="0"/>
              <a:ea typeface="微软雅黑" charset="0"/>
            </a:endParaRPr>
          </a:p>
        </p:txBody>
      </p:sp>
      <p:sp>
        <p:nvSpPr>
          <p:cNvPr id="5" name="矩形 4"/>
          <p:cNvSpPr/>
          <p:nvPr>
            <p:custDataLst>
              <p:tags r:id="rId6"/>
            </p:custDataLst>
          </p:nvPr>
        </p:nvSpPr>
        <p:spPr>
          <a:xfrm>
            <a:off x="3173730" y="1508760"/>
            <a:ext cx="2941320" cy="2814955"/>
          </a:xfrm>
          <a:prstGeom prst="rect">
            <a:avLst/>
          </a:prstGeom>
          <a:ln>
            <a:noFill/>
          </a:ln>
        </p:spPr>
        <p:txBody>
          <a:bodyPr anchor="ctr">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R="0" lvl="0" indent="0" algn="l" defTabSz="914400" rtl="0" eaLnBrk="1" fontAlgn="auto" latinLnBrk="0" hangingPunct="1">
              <a:lnSpc>
                <a:spcPct val="120000"/>
              </a:lnSpc>
              <a:spcBef>
                <a:spcPts val="0"/>
              </a:spcBef>
              <a:spcAft>
                <a:spcPts val="800"/>
              </a:spcAft>
              <a:buClr>
                <a:srgbClr val="000000">
                  <a:lumMod val="75000"/>
                  <a:lumOff val="25000"/>
                </a:srgbClr>
              </a:buClr>
              <a:buSzPct val="90000"/>
              <a:buFont typeface="Wingdings" panose="05000000000000000000" pitchFamily="2" charset="2"/>
              <a:buNone/>
            </a:pPr>
            <a:r>
              <a:rPr kumimoji="0" lang="en-US" altLang="zh-CN" sz="1400" b="0" i="0" u="none" kern="1200" cap="none" spc="40" normalizeH="0" noProof="0">
                <a:ln>
                  <a:noFill/>
                </a:ln>
                <a:solidFill>
                  <a:schemeClr val="tx1">
                    <a:lumMod val="65000"/>
                    <a:lumOff val="35000"/>
                  </a:schemeClr>
                </a:solidFill>
                <a:effectLst/>
                <a:uLnTx/>
                <a:uFillTx/>
                <a:latin typeface="微软雅黑" charset="0"/>
                <a:ea typeface="微软雅黑" charset="0"/>
                <a:sym typeface="+mn-ea"/>
              </a:rPr>
              <a:t>Selection Function</a:t>
            </a:r>
            <a:endParaRPr kumimoji="0" lang="en-US" altLang="zh-CN" sz="1400" b="0" i="0" u="none" kern="1200" cap="none" spc="40" normalizeH="0" noProof="0">
              <a:ln>
                <a:noFill/>
              </a:ln>
              <a:solidFill>
                <a:schemeClr val="tx1">
                  <a:lumMod val="65000"/>
                  <a:lumOff val="35000"/>
                </a:schemeClr>
              </a:solidFill>
              <a:effectLst/>
              <a:uLnTx/>
              <a:uFillTx/>
              <a:latin typeface="微软雅黑" charset="0"/>
              <a:ea typeface="微软雅黑" charset="0"/>
              <a:sym typeface="+mn-ea"/>
            </a:endParaRPr>
          </a:p>
          <a:p>
            <a:pPr marL="254000" marR="0" lvl="0" indent="-254000" algn="l" defTabSz="914400" rtl="0" eaLnBrk="1" fontAlgn="auto" latinLnBrk="0" hangingPunct="1">
              <a:lnSpc>
                <a:spcPct val="120000"/>
              </a:lnSpc>
              <a:spcBef>
                <a:spcPts val="0"/>
              </a:spcBef>
              <a:spcAft>
                <a:spcPts val="800"/>
              </a:spcAft>
              <a:buClr>
                <a:srgbClr val="000000">
                  <a:lumMod val="75000"/>
                  <a:lumOff val="25000"/>
                </a:srgbClr>
              </a:buClr>
              <a:buSzPct val="90000"/>
              <a:buFont typeface="Wingdings" panose="05000000000000000000" pitchFamily="2" charset="2"/>
              <a:buChar char="n"/>
            </a:pPr>
            <a:r>
              <a:rPr kumimoji="0" lang="en-US" altLang="zh-CN" sz="1400" b="0" i="0" u="none" kern="1200" cap="none" spc="40" normalizeH="0" noProof="0">
                <a:ln>
                  <a:noFill/>
                </a:ln>
                <a:solidFill>
                  <a:schemeClr val="tx1">
                    <a:lumMod val="65000"/>
                    <a:lumOff val="35000"/>
                  </a:schemeClr>
                </a:solidFill>
                <a:effectLst/>
                <a:uLnTx/>
                <a:uFillTx/>
                <a:latin typeface="微软雅黑" charset="0"/>
                <a:ea typeface="微软雅黑" charset="0"/>
              </a:rPr>
              <a:t>The selection function determines the set of agents that will have a social influence on agent. </a:t>
            </a:r>
            <a:endParaRPr kumimoji="0" lang="en-US" altLang="zh-CN" sz="1400" b="0" i="0" u="none" kern="1200" cap="none" spc="40" normalizeH="0" noProof="0">
              <a:ln>
                <a:noFill/>
              </a:ln>
              <a:solidFill>
                <a:schemeClr val="tx1">
                  <a:lumMod val="65000"/>
                  <a:lumOff val="35000"/>
                </a:schemeClr>
              </a:solidFill>
              <a:effectLst/>
              <a:uLnTx/>
              <a:uFillTx/>
              <a:latin typeface="微软雅黑" charset="0"/>
              <a:ea typeface="微软雅黑" charset="0"/>
            </a:endParaRPr>
          </a:p>
          <a:p>
            <a:pPr marL="254000" marR="0" lvl="0" indent="-254000" algn="l" defTabSz="914400" rtl="0" eaLnBrk="1" fontAlgn="auto" latinLnBrk="0" hangingPunct="1">
              <a:lnSpc>
                <a:spcPct val="120000"/>
              </a:lnSpc>
              <a:spcBef>
                <a:spcPts val="0"/>
              </a:spcBef>
              <a:spcAft>
                <a:spcPts val="800"/>
              </a:spcAft>
              <a:buClr>
                <a:srgbClr val="000000">
                  <a:lumMod val="75000"/>
                  <a:lumOff val="25000"/>
                </a:srgbClr>
              </a:buClr>
              <a:buSzPct val="90000"/>
              <a:buFont typeface="Wingdings" panose="05000000000000000000" pitchFamily="2" charset="2"/>
              <a:buChar char="n"/>
            </a:pPr>
            <a:r>
              <a:rPr kumimoji="0" lang="en-US" altLang="zh-CN" sz="1400" b="0" i="0" u="none" kern="1200" cap="none" spc="40" normalizeH="0" noProof="0">
                <a:ln>
                  <a:noFill/>
                </a:ln>
                <a:solidFill>
                  <a:schemeClr val="tx1">
                    <a:lumMod val="65000"/>
                    <a:lumOff val="35000"/>
                  </a:schemeClr>
                </a:solidFill>
                <a:effectLst/>
                <a:uLnTx/>
                <a:uFillTx/>
                <a:latin typeface="微软雅黑" charset="0"/>
                <a:ea typeface="微软雅黑" charset="0"/>
              </a:rPr>
              <a:t>internal factors like internal intendancy to interact with those more similar to them </a:t>
            </a:r>
            <a:endParaRPr kumimoji="0" lang="en-US" altLang="zh-CN" sz="1400" b="0" i="0" u="none" kern="1200" cap="none" spc="40" normalizeH="0" noProof="0">
              <a:ln>
                <a:noFill/>
              </a:ln>
              <a:solidFill>
                <a:schemeClr val="tx1">
                  <a:lumMod val="65000"/>
                  <a:lumOff val="35000"/>
                </a:schemeClr>
              </a:solidFill>
              <a:effectLst/>
              <a:uLnTx/>
              <a:uFillTx/>
              <a:latin typeface="微软雅黑" charset="0"/>
              <a:ea typeface="微软雅黑" charset="0"/>
            </a:endParaRPr>
          </a:p>
          <a:p>
            <a:pPr marL="254000" marR="0" lvl="0" indent="-254000" algn="l" defTabSz="914400" rtl="0" eaLnBrk="1" fontAlgn="auto" latinLnBrk="0" hangingPunct="1">
              <a:lnSpc>
                <a:spcPct val="120000"/>
              </a:lnSpc>
              <a:spcBef>
                <a:spcPts val="0"/>
              </a:spcBef>
              <a:spcAft>
                <a:spcPts val="800"/>
              </a:spcAft>
              <a:buClr>
                <a:srgbClr val="000000">
                  <a:lumMod val="75000"/>
                  <a:lumOff val="25000"/>
                </a:srgbClr>
              </a:buClr>
              <a:buSzPct val="90000"/>
              <a:buFont typeface="Wingdings" panose="05000000000000000000" pitchFamily="2" charset="2"/>
              <a:buChar char="n"/>
            </a:pPr>
            <a:r>
              <a:rPr kumimoji="0" lang="en-US" altLang="zh-CN" sz="1400" b="0" i="0" u="none" kern="1200" cap="none" spc="40" normalizeH="0" noProof="0">
                <a:ln>
                  <a:noFill/>
                </a:ln>
                <a:solidFill>
                  <a:schemeClr val="tx1">
                    <a:lumMod val="65000"/>
                    <a:lumOff val="35000"/>
                  </a:schemeClr>
                </a:solidFill>
                <a:effectLst/>
                <a:uLnTx/>
                <a:uFillTx/>
                <a:latin typeface="微软雅黑" charset="0"/>
                <a:ea typeface="微软雅黑" charset="0"/>
              </a:rPr>
              <a:t>external factors such as recommendation algorithms of the platforms.</a:t>
            </a:r>
            <a:endParaRPr kumimoji="0" lang="en-US" altLang="zh-CN" sz="1400" b="0" i="0" u="none" kern="1200" cap="none" spc="40" normalizeH="0" noProof="0">
              <a:ln>
                <a:noFill/>
              </a:ln>
              <a:solidFill>
                <a:schemeClr val="tx1">
                  <a:lumMod val="65000"/>
                  <a:lumOff val="35000"/>
                </a:schemeClr>
              </a:solidFill>
              <a:effectLst/>
              <a:uLnTx/>
              <a:uFillTx/>
              <a:latin typeface="微软雅黑" charset="0"/>
              <a:ea typeface="微软雅黑" charset="0"/>
            </a:endParaRPr>
          </a:p>
        </p:txBody>
      </p:sp>
      <p:sp>
        <p:nvSpPr>
          <p:cNvPr id="11" name="矩形 10"/>
          <p:cNvSpPr/>
          <p:nvPr>
            <p:custDataLst>
              <p:tags r:id="rId7"/>
            </p:custDataLst>
          </p:nvPr>
        </p:nvSpPr>
        <p:spPr>
          <a:xfrm>
            <a:off x="5930265" y="1474470"/>
            <a:ext cx="2781935" cy="2814955"/>
          </a:xfrm>
          <a:prstGeom prst="rect">
            <a:avLst/>
          </a:prstGeom>
          <a:ln>
            <a:noFill/>
          </a:ln>
        </p:spPr>
        <p:txBody>
          <a:bodyPr anchor="ctr">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R="0" lvl="0" indent="0" algn="l" defTabSz="914400" rtl="0" eaLnBrk="1" fontAlgn="auto" latinLnBrk="0" hangingPunct="1">
              <a:lnSpc>
                <a:spcPct val="120000"/>
              </a:lnSpc>
              <a:spcBef>
                <a:spcPts val="0"/>
              </a:spcBef>
              <a:spcAft>
                <a:spcPts val="800"/>
              </a:spcAft>
              <a:buClr>
                <a:srgbClr val="000000">
                  <a:lumMod val="75000"/>
                  <a:lumOff val="25000"/>
                </a:srgbClr>
              </a:buClr>
              <a:buSzPct val="90000"/>
              <a:buFont typeface="Wingdings" panose="05000000000000000000" pitchFamily="2" charset="2"/>
              <a:buNone/>
            </a:pPr>
            <a:r>
              <a:rPr kumimoji="0" lang="en-US" altLang="zh-CN" sz="1400" b="0" i="0" u="none" kern="1200" cap="none" spc="110" normalizeH="0" noProof="0">
                <a:ln>
                  <a:noFill/>
                </a:ln>
                <a:solidFill>
                  <a:schemeClr val="tx1">
                    <a:lumMod val="65000"/>
                    <a:lumOff val="35000"/>
                  </a:schemeClr>
                </a:solidFill>
                <a:effectLst/>
                <a:uLnTx/>
                <a:uFillTx/>
                <a:latin typeface="微软雅黑" charset="0"/>
                <a:ea typeface="微软雅黑" charset="0"/>
                <a:sym typeface="+mn-ea"/>
              </a:rPr>
              <a:t>Message Function</a:t>
            </a:r>
            <a:endParaRPr kumimoji="0" lang="en-US" altLang="zh-CN" sz="1400" b="0" i="0" u="none" kern="1200" cap="none" spc="110" normalizeH="0" noProof="0">
              <a:ln>
                <a:noFill/>
              </a:ln>
              <a:solidFill>
                <a:schemeClr val="tx1">
                  <a:lumMod val="65000"/>
                  <a:lumOff val="35000"/>
                </a:schemeClr>
              </a:solidFill>
              <a:effectLst/>
              <a:uLnTx/>
              <a:uFillTx/>
              <a:latin typeface="微软雅黑" charset="0"/>
              <a:ea typeface="微软雅黑" charset="0"/>
              <a:sym typeface="+mn-ea"/>
            </a:endParaRPr>
          </a:p>
          <a:p>
            <a:pPr marL="342900" marR="0" lvl="0" indent="-342900" algn="l" defTabSz="914400" rtl="0" eaLnBrk="1" fontAlgn="auto" latinLnBrk="0" hangingPunct="1">
              <a:lnSpc>
                <a:spcPct val="120000"/>
              </a:lnSpc>
              <a:spcBef>
                <a:spcPts val="0"/>
              </a:spcBef>
              <a:spcAft>
                <a:spcPts val="800"/>
              </a:spcAft>
              <a:buClr>
                <a:srgbClr val="000000">
                  <a:lumMod val="75000"/>
                  <a:lumOff val="25000"/>
                </a:srgbClr>
              </a:buClr>
              <a:buSzPct val="90000"/>
              <a:buFont typeface="Wingdings" panose="05000000000000000000" pitchFamily="2" charset="2"/>
              <a:buChar char="n"/>
            </a:pPr>
            <a:r>
              <a:rPr lang="en-US" altLang="zh-CN" sz="1400" spc="40" noProof="0">
                <a:ln>
                  <a:noFill/>
                </a:ln>
                <a:solidFill>
                  <a:schemeClr val="tx1">
                    <a:lumMod val="65000"/>
                    <a:lumOff val="35000"/>
                  </a:schemeClr>
                </a:solidFill>
                <a:effectLst/>
                <a:uLnTx/>
                <a:uFillTx/>
                <a:latin typeface="微软雅黑" charset="0"/>
                <a:ea typeface="微软雅黑" charset="0"/>
                <a:sym typeface="+mn-ea"/>
              </a:rPr>
              <a:t>The message function determines the message that agent shares based on its attitude</a:t>
            </a:r>
            <a:endParaRPr lang="en-US" altLang="zh-CN" sz="1400" spc="40" noProof="0">
              <a:ln>
                <a:noFill/>
              </a:ln>
              <a:solidFill>
                <a:schemeClr val="tx1">
                  <a:lumMod val="65000"/>
                  <a:lumOff val="35000"/>
                </a:schemeClr>
              </a:solidFill>
              <a:effectLst/>
              <a:uLnTx/>
              <a:uFillTx/>
              <a:latin typeface="微软雅黑" charset="0"/>
              <a:ea typeface="微软雅黑" charset="0"/>
              <a:sym typeface="+mn-ea"/>
            </a:endParaRPr>
          </a:p>
          <a:p>
            <a:pPr marL="800100" marR="0" lvl="1" indent="-342900" algn="l" defTabSz="914400" rtl="0" eaLnBrk="1" fontAlgn="auto" latinLnBrk="0" hangingPunct="1">
              <a:lnSpc>
                <a:spcPct val="120000"/>
              </a:lnSpc>
              <a:spcBef>
                <a:spcPts val="0"/>
              </a:spcBef>
              <a:spcAft>
                <a:spcPts val="800"/>
              </a:spcAft>
              <a:buClr>
                <a:srgbClr val="000000">
                  <a:lumMod val="75000"/>
                  <a:lumOff val="25000"/>
                </a:srgbClr>
              </a:buClr>
              <a:buSzPct val="90000"/>
              <a:buFont typeface="Wingdings" panose="05000000000000000000" pitchFamily="2" charset="2"/>
              <a:buChar char="n"/>
            </a:pPr>
            <a:r>
              <a:rPr kumimoji="0" lang="en-US" altLang="zh-CN" sz="1400" b="0" i="0" u="none" kern="1200" cap="none" spc="110" normalizeH="0" noProof="0">
                <a:ln>
                  <a:noFill/>
                </a:ln>
                <a:solidFill>
                  <a:schemeClr val="tx1">
                    <a:lumMod val="65000"/>
                    <a:lumOff val="35000"/>
                  </a:schemeClr>
                </a:solidFill>
                <a:effectLst/>
                <a:uLnTx/>
                <a:uFillTx/>
                <a:latin typeface="微软雅黑" charset="0"/>
                <a:ea typeface="微软雅黑" charset="0"/>
              </a:rPr>
              <a:t>Bounded Confidence Model</a:t>
            </a:r>
            <a:endParaRPr kumimoji="0" lang="en-US" altLang="zh-CN" sz="1400" b="0" i="0" u="none" kern="1200" cap="none" spc="110" normalizeH="0" noProof="0">
              <a:ln>
                <a:noFill/>
              </a:ln>
              <a:solidFill>
                <a:schemeClr val="tx1">
                  <a:lumMod val="65000"/>
                  <a:lumOff val="35000"/>
                </a:schemeClr>
              </a:solidFill>
              <a:effectLst/>
              <a:uLnTx/>
              <a:uFillTx/>
              <a:latin typeface="微软雅黑" charset="0"/>
              <a:ea typeface="微软雅黑" charset="0"/>
            </a:endParaRPr>
          </a:p>
          <a:p>
            <a:pPr marL="800100" marR="0" lvl="1" indent="-342900" algn="l" defTabSz="914400" rtl="0" eaLnBrk="1" fontAlgn="auto" latinLnBrk="0" hangingPunct="1">
              <a:lnSpc>
                <a:spcPct val="120000"/>
              </a:lnSpc>
              <a:spcBef>
                <a:spcPts val="0"/>
              </a:spcBef>
              <a:spcAft>
                <a:spcPts val="800"/>
              </a:spcAft>
              <a:buClr>
                <a:srgbClr val="000000">
                  <a:lumMod val="75000"/>
                  <a:lumOff val="25000"/>
                </a:srgbClr>
              </a:buClr>
              <a:buSzPct val="90000"/>
              <a:buFont typeface="Wingdings" panose="05000000000000000000" pitchFamily="2" charset="2"/>
              <a:buChar char="n"/>
            </a:pPr>
            <a:r>
              <a:rPr kumimoji="0" lang="en-US" altLang="zh-CN" sz="1400" b="0" i="0" u="none" kern="1200" cap="none" spc="110" normalizeH="0" noProof="0">
                <a:ln>
                  <a:noFill/>
                </a:ln>
                <a:solidFill>
                  <a:schemeClr val="tx1">
                    <a:lumMod val="65000"/>
                    <a:lumOff val="35000"/>
                  </a:schemeClr>
                </a:solidFill>
                <a:effectLst/>
                <a:uLnTx/>
                <a:uFillTx/>
                <a:latin typeface="微软雅黑" charset="0"/>
                <a:ea typeface="微软雅黑" charset="0"/>
              </a:rPr>
              <a:t>Social Judgement Model</a:t>
            </a:r>
            <a:endParaRPr kumimoji="0" lang="en-US" altLang="zh-CN" sz="1400" b="0" i="0" u="none" kern="1200" cap="none" spc="110" normalizeH="0" noProof="0">
              <a:ln>
                <a:noFill/>
              </a:ln>
              <a:solidFill>
                <a:schemeClr val="tx1">
                  <a:lumMod val="65000"/>
                  <a:lumOff val="35000"/>
                </a:schemeClr>
              </a:solidFill>
              <a:effectLst/>
              <a:uLnTx/>
              <a:uFillTx/>
              <a:latin typeface="微软雅黑" charset="0"/>
              <a:ea typeface="微软雅黑" charset="0"/>
            </a:endParaRPr>
          </a:p>
        </p:txBody>
      </p:sp>
      <p:cxnSp>
        <p:nvCxnSpPr>
          <p:cNvPr id="13" name="直接连接符 12"/>
          <p:cNvCxnSpPr/>
          <p:nvPr>
            <p:custDataLst>
              <p:tags r:id="rId8"/>
            </p:custDataLst>
          </p:nvPr>
        </p:nvCxnSpPr>
        <p:spPr>
          <a:xfrm>
            <a:off x="5930055" y="1255829"/>
            <a:ext cx="0" cy="3058392"/>
          </a:xfrm>
          <a:prstGeom prst="line">
            <a:avLst/>
          </a:prstGeom>
          <a:ln w="6350" cmpd="sng">
            <a:solidFill>
              <a:schemeClr val="accent1">
                <a:lumMod val="50000"/>
              </a:schemeClr>
            </a:solidFill>
            <a:prstDash val="solid"/>
          </a:ln>
        </p:spPr>
        <p:style>
          <a:lnRef idx="1">
            <a:schemeClr val="accent1"/>
          </a:lnRef>
          <a:fillRef idx="0">
            <a:schemeClr val="accent1"/>
          </a:fillRef>
          <a:effectRef idx="0">
            <a:schemeClr val="accent1"/>
          </a:effectRef>
          <a:fontRef idx="minor">
            <a:schemeClr val="tx1"/>
          </a:fontRef>
        </p:style>
      </p:cxnSp>
    </p:spTree>
    <p:custDataLst>
      <p:tags r:id="rId9"/>
    </p:custData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矩形 1"/>
          <p:cNvSpPr/>
          <p:nvPr userDrawn="1">
            <p:custDataLst>
              <p:tags r:id="rId1"/>
            </p:custDataLst>
          </p:nvPr>
        </p:nvSpPr>
        <p:spPr>
          <a:xfrm>
            <a:off x="0" y="0"/>
            <a:ext cx="9144000" cy="684086"/>
          </a:xfrm>
          <a:prstGeom prst="rect">
            <a:avLst/>
          </a:prstGeom>
          <a:solidFill>
            <a:schemeClr val="dk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lvl="0" algn="ctr"/>
            <a:endParaRPr lang="en-US" altLang="zh-CN" sz="1350">
              <a:solidFill>
                <a:schemeClr val="lt1"/>
              </a:solidFill>
              <a:latin typeface="微软雅黑" charset="-122"/>
              <a:ea typeface="微软雅黑" charset="-122"/>
              <a:sym typeface="+mn-ea"/>
            </a:endParaRPr>
          </a:p>
        </p:txBody>
      </p:sp>
      <p:sp>
        <p:nvSpPr>
          <p:cNvPr id="3" name="文本框 2"/>
          <p:cNvSpPr txBox="1"/>
          <p:nvPr>
            <p:custDataLst>
              <p:tags r:id="rId2"/>
            </p:custDataLst>
          </p:nvPr>
        </p:nvSpPr>
        <p:spPr>
          <a:xfrm>
            <a:off x="342867" y="114301"/>
            <a:ext cx="8458267" cy="457200"/>
          </a:xfrm>
          <a:prstGeom prst="rect">
            <a:avLst/>
          </a:prstGeom>
          <a:noFill/>
        </p:spPr>
        <p:txBody>
          <a:bodyPr wrap="square" lIns="47625" tIns="19050" rIns="47625" bIns="19050" rtlCol="0" anchor="ctr" anchorCtr="0">
            <a:normAutofit fontScale="90000"/>
          </a:bodyPr>
          <a:p>
            <a:pPr marL="0" indent="0" algn="l">
              <a:lnSpc>
                <a:spcPct val="100000"/>
              </a:lnSpc>
              <a:spcBef>
                <a:spcPts val="0"/>
              </a:spcBef>
              <a:spcAft>
                <a:spcPts val="0"/>
              </a:spcAft>
              <a:buSzPct val="100000"/>
              <a:buNone/>
            </a:pPr>
            <a:r>
              <a:rPr lang="zh-CN" altLang="en-US" sz="2800" b="1" spc="120">
                <a:solidFill>
                  <a:schemeClr val="lt1"/>
                </a:solidFill>
                <a:uFillTx/>
                <a:latin typeface="微软雅黑" charset="-122"/>
                <a:ea typeface="微软雅黑" charset="-122"/>
              </a:rPr>
              <a:t>用户</a:t>
            </a:r>
            <a:r>
              <a:rPr lang="zh-CN" altLang="en-US" sz="2800" b="1" spc="120">
                <a:solidFill>
                  <a:schemeClr val="lt1"/>
                </a:solidFill>
                <a:uFillTx/>
                <a:latin typeface="微软雅黑" charset="-122"/>
                <a:ea typeface="微软雅黑" charset="-122"/>
              </a:rPr>
              <a:t>交互</a:t>
            </a:r>
            <a:endParaRPr lang="zh-CN" altLang="en-US" sz="2800" b="1" spc="120">
              <a:solidFill>
                <a:schemeClr val="lt1"/>
              </a:solidFill>
              <a:uFillTx/>
              <a:latin typeface="微软雅黑" charset="-122"/>
              <a:ea typeface="微软雅黑" charset="-122"/>
            </a:endParaRPr>
          </a:p>
        </p:txBody>
      </p:sp>
      <p:sp>
        <p:nvSpPr>
          <p:cNvPr id="4" name="矩形 3"/>
          <p:cNvSpPr/>
          <p:nvPr>
            <p:custDataLst>
              <p:tags r:id="rId3"/>
            </p:custDataLst>
          </p:nvPr>
        </p:nvSpPr>
        <p:spPr>
          <a:xfrm>
            <a:off x="457332" y="1068929"/>
            <a:ext cx="8229338" cy="3460513"/>
          </a:xfrm>
          <a:prstGeom prst="rect">
            <a:avLst/>
          </a:prstGeom>
          <a:noFill/>
          <a:ln w="6350">
            <a:solidFill>
              <a:schemeClr val="accent1">
                <a:alpha val="20000"/>
              </a:schemeClr>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latin typeface="微软雅黑" charset="0"/>
              <a:ea typeface="微软雅黑" charset="0"/>
            </a:endParaRPr>
          </a:p>
        </p:txBody>
      </p:sp>
      <p:cxnSp>
        <p:nvCxnSpPr>
          <p:cNvPr id="12" name="直接连接符 11"/>
          <p:cNvCxnSpPr/>
          <p:nvPr>
            <p:custDataLst>
              <p:tags r:id="rId4"/>
            </p:custDataLst>
          </p:nvPr>
        </p:nvCxnSpPr>
        <p:spPr>
          <a:xfrm>
            <a:off x="3213913" y="1255829"/>
            <a:ext cx="0" cy="3058392"/>
          </a:xfrm>
          <a:prstGeom prst="line">
            <a:avLst/>
          </a:prstGeom>
          <a:ln w="6350" cmpd="sng">
            <a:solidFill>
              <a:schemeClr val="accent1">
                <a:lumMod val="50000"/>
              </a:schemeClr>
            </a:solidFill>
            <a:prstDash val="solid"/>
          </a:ln>
        </p:spPr>
        <p:style>
          <a:lnRef idx="1">
            <a:schemeClr val="accent1"/>
          </a:lnRef>
          <a:fillRef idx="0">
            <a:schemeClr val="accent1"/>
          </a:fillRef>
          <a:effectRef idx="0">
            <a:schemeClr val="accent1"/>
          </a:effectRef>
          <a:fontRef idx="minor">
            <a:schemeClr val="tx1"/>
          </a:fontRef>
        </p:style>
      </p:cxnSp>
      <p:sp>
        <p:nvSpPr>
          <p:cNvPr id="6" name="矩形 5"/>
          <p:cNvSpPr/>
          <p:nvPr>
            <p:custDataLst>
              <p:tags r:id="rId5"/>
            </p:custDataLst>
          </p:nvPr>
        </p:nvSpPr>
        <p:spPr>
          <a:xfrm>
            <a:off x="526415" y="1464310"/>
            <a:ext cx="2600325" cy="2815590"/>
          </a:xfrm>
          <a:prstGeom prst="rect">
            <a:avLst/>
          </a:prstGeom>
        </p:spPr>
        <p:txBody>
          <a:bodyPr anchor="ctr">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R="0" lvl="0" indent="0" algn="l" defTabSz="914400" rtl="0" eaLnBrk="1" fontAlgn="auto" latinLnBrk="0" hangingPunct="1">
              <a:lnSpc>
                <a:spcPct val="120000"/>
              </a:lnSpc>
              <a:spcBef>
                <a:spcPts val="0"/>
              </a:spcBef>
              <a:spcAft>
                <a:spcPts val="800"/>
              </a:spcAft>
              <a:buClr>
                <a:srgbClr val="000000">
                  <a:lumMod val="75000"/>
                  <a:lumOff val="25000"/>
                </a:srgbClr>
              </a:buClr>
              <a:buSzPct val="90000"/>
              <a:buFont typeface="Wingdings" panose="05000000000000000000" pitchFamily="2" charset="2"/>
              <a:buNone/>
            </a:pPr>
            <a:r>
              <a:rPr kumimoji="0" lang="en-US" altLang="zh-CN" sz="1400" b="0" i="0" u="none" kern="1200" cap="none" spc="40" normalizeH="0" noProof="0">
                <a:ln>
                  <a:noFill/>
                </a:ln>
                <a:solidFill>
                  <a:schemeClr val="tx1">
                    <a:lumMod val="65000"/>
                    <a:lumOff val="35000"/>
                  </a:schemeClr>
                </a:solidFill>
                <a:effectLst/>
                <a:uLnTx/>
                <a:uFillTx/>
                <a:latin typeface="微软雅黑" charset="0"/>
                <a:ea typeface="微软雅黑" charset="0"/>
                <a:sym typeface="+mn-ea"/>
              </a:rPr>
              <a:t>Core User to Core User</a:t>
            </a:r>
            <a:endParaRPr kumimoji="0" lang="en-US" altLang="zh-CN" sz="1400" b="0" i="0" u="none" kern="1200" cap="none" spc="40" normalizeH="0" noProof="0">
              <a:ln>
                <a:noFill/>
              </a:ln>
              <a:solidFill>
                <a:schemeClr val="tx1">
                  <a:lumMod val="65000"/>
                  <a:lumOff val="35000"/>
                </a:schemeClr>
              </a:solidFill>
              <a:effectLst/>
              <a:uLnTx/>
              <a:uFillTx/>
              <a:latin typeface="微软雅黑" charset="0"/>
              <a:ea typeface="微软雅黑" charset="0"/>
              <a:sym typeface="+mn-ea"/>
            </a:endParaRPr>
          </a:p>
          <a:p>
            <a:pPr marL="254000" marR="0" lvl="0" indent="-254000" algn="l" defTabSz="914400" rtl="0" eaLnBrk="1" fontAlgn="auto" latinLnBrk="0" hangingPunct="1">
              <a:lnSpc>
                <a:spcPct val="120000"/>
              </a:lnSpc>
              <a:spcBef>
                <a:spcPts val="0"/>
              </a:spcBef>
              <a:spcAft>
                <a:spcPts val="800"/>
              </a:spcAft>
              <a:buClr>
                <a:srgbClr val="000000">
                  <a:lumMod val="75000"/>
                  <a:lumOff val="25000"/>
                </a:srgbClr>
              </a:buClr>
              <a:buSzPct val="90000"/>
              <a:buFont typeface="Wingdings" panose="05000000000000000000" pitchFamily="2" charset="2"/>
              <a:buChar char="n"/>
            </a:pPr>
            <a:r>
              <a:rPr kumimoji="0" lang="en-US" altLang="zh-CN" sz="1400" b="0" i="0" u="none" kern="1200" cap="none" spc="40" normalizeH="0" noProof="0">
                <a:ln>
                  <a:noFill/>
                </a:ln>
                <a:solidFill>
                  <a:schemeClr val="tx1">
                    <a:lumMod val="65000"/>
                    <a:lumOff val="35000"/>
                  </a:schemeClr>
                </a:solidFill>
                <a:effectLst/>
                <a:uLnTx/>
                <a:uFillTx/>
                <a:latin typeface="微软雅黑" charset="0"/>
                <a:ea typeface="微软雅黑" charset="0"/>
              </a:rPr>
              <a:t>Content generated by one Core User as part of the prompt for some other core users, it influences the generation of the agent</a:t>
            </a:r>
            <a:endParaRPr kumimoji="0" lang="en-US" altLang="zh-CN" sz="1400" b="0" i="0" u="none" kern="1200" cap="none" spc="40" normalizeH="0" noProof="0">
              <a:ln>
                <a:noFill/>
              </a:ln>
              <a:solidFill>
                <a:schemeClr val="tx1">
                  <a:lumMod val="65000"/>
                  <a:lumOff val="35000"/>
                </a:schemeClr>
              </a:solidFill>
              <a:effectLst/>
              <a:uLnTx/>
              <a:uFillTx/>
              <a:latin typeface="微软雅黑" charset="0"/>
              <a:ea typeface="微软雅黑" charset="0"/>
            </a:endParaRPr>
          </a:p>
        </p:txBody>
      </p:sp>
      <p:sp>
        <p:nvSpPr>
          <p:cNvPr id="5" name="矩形 4"/>
          <p:cNvSpPr/>
          <p:nvPr>
            <p:custDataLst>
              <p:tags r:id="rId6"/>
            </p:custDataLst>
          </p:nvPr>
        </p:nvSpPr>
        <p:spPr>
          <a:xfrm>
            <a:off x="3173730" y="1508760"/>
            <a:ext cx="2941320" cy="2814955"/>
          </a:xfrm>
          <a:prstGeom prst="rect">
            <a:avLst/>
          </a:prstGeom>
          <a:ln>
            <a:noFill/>
          </a:ln>
        </p:spPr>
        <p:txBody>
          <a:bodyPr anchor="ctr">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R="0" lvl="0" indent="0" algn="l" defTabSz="914400" rtl="0" eaLnBrk="1" fontAlgn="auto" latinLnBrk="0" hangingPunct="1">
              <a:lnSpc>
                <a:spcPct val="120000"/>
              </a:lnSpc>
              <a:spcBef>
                <a:spcPts val="0"/>
              </a:spcBef>
              <a:spcAft>
                <a:spcPts val="800"/>
              </a:spcAft>
              <a:buClr>
                <a:srgbClr val="000000">
                  <a:lumMod val="75000"/>
                  <a:lumOff val="25000"/>
                </a:srgbClr>
              </a:buClr>
              <a:buSzPct val="90000"/>
              <a:buFont typeface="Wingdings" panose="05000000000000000000" pitchFamily="2" charset="2"/>
              <a:buNone/>
            </a:pPr>
            <a:r>
              <a:rPr kumimoji="0" lang="en-US" altLang="zh-CN" sz="1400" b="0" i="0" u="none" kern="1200" cap="none" spc="40" normalizeH="0" noProof="0">
                <a:ln>
                  <a:noFill/>
                </a:ln>
                <a:solidFill>
                  <a:schemeClr val="tx1">
                    <a:lumMod val="65000"/>
                    <a:lumOff val="35000"/>
                  </a:schemeClr>
                </a:solidFill>
                <a:effectLst/>
                <a:uLnTx/>
                <a:uFillTx/>
                <a:latin typeface="微软雅黑" charset="0"/>
                <a:ea typeface="微软雅黑" charset="0"/>
                <a:sym typeface="+mn-ea"/>
              </a:rPr>
              <a:t>Core to Ordinary</a:t>
            </a:r>
            <a:endParaRPr kumimoji="0" lang="en-US" altLang="zh-CN" sz="1400" b="0" i="0" u="none" kern="1200" cap="none" spc="40" normalizeH="0" noProof="0">
              <a:ln>
                <a:noFill/>
              </a:ln>
              <a:solidFill>
                <a:schemeClr val="tx1">
                  <a:lumMod val="65000"/>
                  <a:lumOff val="35000"/>
                </a:schemeClr>
              </a:solidFill>
              <a:effectLst/>
              <a:uLnTx/>
              <a:uFillTx/>
              <a:latin typeface="微软雅黑" charset="0"/>
              <a:ea typeface="微软雅黑" charset="0"/>
              <a:sym typeface="+mn-ea"/>
            </a:endParaRPr>
          </a:p>
          <a:p>
            <a:pPr marL="254000" marR="0" lvl="0" indent="-254000" algn="l" defTabSz="914400" rtl="0" eaLnBrk="1" fontAlgn="auto" latinLnBrk="0" hangingPunct="1">
              <a:lnSpc>
                <a:spcPct val="120000"/>
              </a:lnSpc>
              <a:spcBef>
                <a:spcPts val="0"/>
              </a:spcBef>
              <a:spcAft>
                <a:spcPts val="800"/>
              </a:spcAft>
              <a:buClr>
                <a:srgbClr val="000000">
                  <a:lumMod val="75000"/>
                  <a:lumOff val="25000"/>
                </a:srgbClr>
              </a:buClr>
              <a:buSzPct val="90000"/>
              <a:buFont typeface="Wingdings" panose="05000000000000000000" pitchFamily="2" charset="2"/>
              <a:buChar char="n"/>
            </a:pPr>
            <a:r>
              <a:rPr kumimoji="0" lang="en-US" altLang="zh-CN" sz="1400" b="0" i="0" u="none" kern="1200" cap="none" spc="40" normalizeH="0" noProof="0">
                <a:ln>
                  <a:noFill/>
                </a:ln>
                <a:solidFill>
                  <a:schemeClr val="tx1">
                    <a:lumMod val="65000"/>
                    <a:lumOff val="35000"/>
                  </a:schemeClr>
                </a:solidFill>
                <a:effectLst/>
                <a:uLnTx/>
                <a:uFillTx/>
                <a:latin typeface="微软雅黑" charset="0"/>
                <a:ea typeface="微软雅黑" charset="0"/>
              </a:rPr>
              <a:t>Content generated Core User as inputs for ABM, we calculate </a:t>
            </a:r>
            <a:r>
              <a:rPr kumimoji="0" lang="en-US" altLang="zh-CN" sz="1400" b="0" i="0" u="none" kern="1200" cap="none" spc="40" normalizeH="0" noProof="0">
                <a:ln>
                  <a:noFill/>
                </a:ln>
                <a:solidFill>
                  <a:srgbClr val="FF0000"/>
                </a:solidFill>
                <a:effectLst/>
                <a:uLnTx/>
                <a:uFillTx/>
                <a:latin typeface="微软雅黑" charset="0"/>
                <a:ea typeface="微软雅黑" charset="0"/>
              </a:rPr>
              <a:t>the attitude score</a:t>
            </a:r>
            <a:r>
              <a:rPr kumimoji="0" lang="en-US" altLang="zh-CN" sz="1400" b="0" i="0" u="none" kern="1200" cap="none" spc="40" normalizeH="0" noProof="0">
                <a:ln>
                  <a:noFill/>
                </a:ln>
                <a:solidFill>
                  <a:schemeClr val="tx1">
                    <a:lumMod val="65000"/>
                    <a:lumOff val="35000"/>
                  </a:schemeClr>
                </a:solidFill>
                <a:effectLst/>
                <a:uLnTx/>
                <a:uFillTx/>
                <a:latin typeface="微软雅黑" charset="0"/>
                <a:ea typeface="微软雅黑" charset="0"/>
              </a:rPr>
              <a:t>.</a:t>
            </a:r>
            <a:endParaRPr kumimoji="0" lang="en-US" altLang="zh-CN" sz="1400" b="0" i="0" u="none" kern="1200" cap="none" spc="40" normalizeH="0" noProof="0">
              <a:ln>
                <a:noFill/>
              </a:ln>
              <a:solidFill>
                <a:schemeClr val="tx1">
                  <a:lumMod val="65000"/>
                  <a:lumOff val="35000"/>
                </a:schemeClr>
              </a:solidFill>
              <a:effectLst/>
              <a:uLnTx/>
              <a:uFillTx/>
              <a:latin typeface="微软雅黑" charset="0"/>
              <a:ea typeface="微软雅黑" charset="0"/>
            </a:endParaRPr>
          </a:p>
          <a:p>
            <a:pPr marL="254000" marR="0" lvl="0" indent="-254000" algn="l" defTabSz="914400" rtl="0" eaLnBrk="1" fontAlgn="auto" latinLnBrk="0" hangingPunct="1">
              <a:lnSpc>
                <a:spcPct val="120000"/>
              </a:lnSpc>
              <a:spcBef>
                <a:spcPts val="0"/>
              </a:spcBef>
              <a:spcAft>
                <a:spcPts val="800"/>
              </a:spcAft>
              <a:buClr>
                <a:srgbClr val="000000">
                  <a:lumMod val="75000"/>
                  <a:lumOff val="25000"/>
                </a:srgbClr>
              </a:buClr>
              <a:buSzPct val="90000"/>
              <a:buFont typeface="Wingdings" panose="05000000000000000000" pitchFamily="2" charset="2"/>
              <a:buChar char="n"/>
            </a:pPr>
            <a:r>
              <a:rPr kumimoji="0" lang="en-US" altLang="zh-CN" sz="1400" b="0" i="0" u="none" kern="1200" cap="none" spc="40" normalizeH="0" noProof="0">
                <a:ln>
                  <a:noFill/>
                </a:ln>
                <a:solidFill>
                  <a:schemeClr val="tx1">
                    <a:lumMod val="65000"/>
                    <a:lumOff val="35000"/>
                  </a:schemeClr>
                </a:solidFill>
                <a:effectLst/>
                <a:uLnTx/>
                <a:uFillTx/>
                <a:latin typeface="微软雅黑" charset="0"/>
                <a:ea typeface="微软雅黑" charset="0"/>
              </a:rPr>
              <a:t>Stance(LLM annotate)</a:t>
            </a:r>
            <a:endParaRPr kumimoji="0" lang="en-US" altLang="zh-CN" sz="1400" b="0" i="0" u="none" kern="1200" cap="none" spc="40" normalizeH="0" noProof="0">
              <a:ln>
                <a:noFill/>
              </a:ln>
              <a:solidFill>
                <a:schemeClr val="tx1">
                  <a:lumMod val="65000"/>
                  <a:lumOff val="35000"/>
                </a:schemeClr>
              </a:solidFill>
              <a:effectLst/>
              <a:uLnTx/>
              <a:uFillTx/>
              <a:latin typeface="微软雅黑" charset="0"/>
              <a:ea typeface="微软雅黑" charset="0"/>
            </a:endParaRPr>
          </a:p>
          <a:p>
            <a:pPr marL="711200" marR="0" lvl="1" indent="-254000" algn="l" defTabSz="914400" rtl="0" eaLnBrk="1" fontAlgn="auto" latinLnBrk="0" hangingPunct="1">
              <a:lnSpc>
                <a:spcPct val="120000"/>
              </a:lnSpc>
              <a:spcBef>
                <a:spcPts val="0"/>
              </a:spcBef>
              <a:spcAft>
                <a:spcPts val="800"/>
              </a:spcAft>
              <a:buClr>
                <a:srgbClr val="000000">
                  <a:lumMod val="75000"/>
                  <a:lumOff val="25000"/>
                </a:srgbClr>
              </a:buClr>
              <a:buSzPct val="90000"/>
              <a:buFont typeface="Wingdings" panose="05000000000000000000" pitchFamily="2" charset="2"/>
              <a:buChar char="n"/>
            </a:pPr>
            <a:r>
              <a:rPr kumimoji="0" lang="en-US" altLang="zh-CN" sz="1400" b="0" i="0" u="none" kern="1200" cap="none" spc="40" normalizeH="0" noProof="0">
                <a:ln>
                  <a:noFill/>
                </a:ln>
                <a:solidFill>
                  <a:schemeClr val="tx1">
                    <a:lumMod val="65000"/>
                    <a:lumOff val="35000"/>
                  </a:schemeClr>
                </a:solidFill>
                <a:effectLst/>
                <a:uLnTx/>
                <a:uFillTx/>
                <a:latin typeface="微软雅黑" charset="0"/>
                <a:ea typeface="微软雅黑" charset="0"/>
              </a:rPr>
              <a:t>attitude</a:t>
            </a:r>
            <a:endParaRPr kumimoji="0" lang="en-US" altLang="zh-CN" sz="1400" b="0" i="0" u="none" kern="1200" cap="none" spc="40" normalizeH="0" noProof="0">
              <a:ln>
                <a:noFill/>
              </a:ln>
              <a:solidFill>
                <a:schemeClr val="tx1">
                  <a:lumMod val="65000"/>
                  <a:lumOff val="35000"/>
                </a:schemeClr>
              </a:solidFill>
              <a:effectLst/>
              <a:uLnTx/>
              <a:uFillTx/>
              <a:latin typeface="微软雅黑" charset="0"/>
              <a:ea typeface="微软雅黑" charset="0"/>
            </a:endParaRPr>
          </a:p>
          <a:p>
            <a:pPr marL="711200" marR="0" lvl="1" indent="-254000" algn="l" defTabSz="914400" rtl="0" eaLnBrk="1" fontAlgn="auto" latinLnBrk="0" hangingPunct="1">
              <a:lnSpc>
                <a:spcPct val="120000"/>
              </a:lnSpc>
              <a:spcBef>
                <a:spcPts val="0"/>
              </a:spcBef>
              <a:spcAft>
                <a:spcPts val="800"/>
              </a:spcAft>
              <a:buClr>
                <a:srgbClr val="000000">
                  <a:lumMod val="75000"/>
                  <a:lumOff val="25000"/>
                </a:srgbClr>
              </a:buClr>
              <a:buSzPct val="90000"/>
              <a:buFont typeface="Wingdings" panose="05000000000000000000" pitchFamily="2" charset="2"/>
              <a:buChar char="n"/>
            </a:pPr>
            <a:r>
              <a:rPr kumimoji="0" lang="en-US" altLang="zh-CN" sz="1400" b="0" i="0" u="none" kern="1200" cap="none" spc="40" normalizeH="0" noProof="0">
                <a:ln>
                  <a:noFill/>
                </a:ln>
                <a:solidFill>
                  <a:schemeClr val="tx1">
                    <a:lumMod val="65000"/>
                    <a:lumOff val="35000"/>
                  </a:schemeClr>
                </a:solidFill>
                <a:effectLst/>
                <a:uLnTx/>
                <a:uFillTx/>
                <a:latin typeface="微软雅黑" charset="0"/>
                <a:ea typeface="微软雅黑" charset="0"/>
              </a:rPr>
              <a:t>sentiment</a:t>
            </a:r>
            <a:endParaRPr kumimoji="0" lang="en-US" altLang="zh-CN" sz="1400" b="0" i="0" u="none" kern="1200" cap="none" spc="40" normalizeH="0" noProof="0">
              <a:ln>
                <a:noFill/>
              </a:ln>
              <a:solidFill>
                <a:schemeClr val="tx1">
                  <a:lumMod val="65000"/>
                  <a:lumOff val="35000"/>
                </a:schemeClr>
              </a:solidFill>
              <a:effectLst/>
              <a:uLnTx/>
              <a:uFillTx/>
              <a:latin typeface="微软雅黑" charset="0"/>
              <a:ea typeface="微软雅黑" charset="0"/>
            </a:endParaRPr>
          </a:p>
        </p:txBody>
      </p:sp>
      <p:sp>
        <p:nvSpPr>
          <p:cNvPr id="11" name="矩形 10"/>
          <p:cNvSpPr/>
          <p:nvPr>
            <p:custDataLst>
              <p:tags r:id="rId7"/>
            </p:custDataLst>
          </p:nvPr>
        </p:nvSpPr>
        <p:spPr>
          <a:xfrm>
            <a:off x="6182608" y="1474169"/>
            <a:ext cx="2256757" cy="2815167"/>
          </a:xfrm>
          <a:prstGeom prst="rect">
            <a:avLst/>
          </a:prstGeom>
          <a:ln>
            <a:noFill/>
          </a:ln>
        </p:spPr>
        <p:txBody>
          <a:bodyPr anchor="ctr">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R="0" lvl="0" indent="0" algn="l" defTabSz="914400" rtl="0" eaLnBrk="1" fontAlgn="auto" latinLnBrk="0" hangingPunct="1">
              <a:lnSpc>
                <a:spcPct val="120000"/>
              </a:lnSpc>
              <a:spcBef>
                <a:spcPts val="0"/>
              </a:spcBef>
              <a:spcAft>
                <a:spcPts val="800"/>
              </a:spcAft>
              <a:buClr>
                <a:srgbClr val="000000">
                  <a:lumMod val="75000"/>
                  <a:lumOff val="25000"/>
                </a:srgbClr>
              </a:buClr>
              <a:buSzPct val="90000"/>
              <a:buFont typeface="Wingdings" panose="05000000000000000000" pitchFamily="2" charset="2"/>
              <a:buNone/>
            </a:pPr>
            <a:r>
              <a:rPr kumimoji="0" lang="en-US" altLang="zh-CN" sz="1400" b="0" i="0" u="none" kern="1200" cap="none" spc="110" normalizeH="0" noProof="0">
                <a:ln>
                  <a:noFill/>
                </a:ln>
                <a:solidFill>
                  <a:schemeClr val="tx1">
                    <a:lumMod val="65000"/>
                    <a:lumOff val="35000"/>
                  </a:schemeClr>
                </a:solidFill>
                <a:effectLst/>
                <a:uLnTx/>
                <a:uFillTx/>
                <a:latin typeface="微软雅黑" charset="0"/>
                <a:ea typeface="微软雅黑" charset="0"/>
                <a:sym typeface="+mn-ea"/>
              </a:rPr>
              <a:t>Ordinary to Ordinary</a:t>
            </a:r>
            <a:endParaRPr kumimoji="0" lang="en-US" altLang="zh-CN" sz="1400" b="0" i="0" u="none" kern="1200" cap="none" spc="110" normalizeH="0" noProof="0">
              <a:ln>
                <a:noFill/>
              </a:ln>
              <a:solidFill>
                <a:schemeClr val="tx1">
                  <a:lumMod val="65000"/>
                  <a:lumOff val="35000"/>
                </a:schemeClr>
              </a:solidFill>
              <a:effectLst/>
              <a:uLnTx/>
              <a:uFillTx/>
              <a:latin typeface="微软雅黑" charset="0"/>
              <a:ea typeface="微软雅黑" charset="0"/>
              <a:sym typeface="+mn-ea"/>
            </a:endParaRPr>
          </a:p>
          <a:p>
            <a:pPr marL="342900" marR="0" lvl="0" indent="-342900" algn="l" defTabSz="914400" rtl="0" eaLnBrk="1" fontAlgn="auto" latinLnBrk="0" hangingPunct="1">
              <a:lnSpc>
                <a:spcPct val="120000"/>
              </a:lnSpc>
              <a:spcBef>
                <a:spcPts val="0"/>
              </a:spcBef>
              <a:spcAft>
                <a:spcPts val="800"/>
              </a:spcAft>
              <a:buClr>
                <a:srgbClr val="000000">
                  <a:lumMod val="75000"/>
                  <a:lumOff val="25000"/>
                </a:srgbClr>
              </a:buClr>
              <a:buSzPct val="90000"/>
              <a:buFont typeface="Wingdings" panose="05000000000000000000" pitchFamily="2" charset="2"/>
              <a:buChar char="n"/>
            </a:pPr>
            <a:r>
              <a:rPr lang="en-US" altLang="zh-CN" sz="1400" spc="40" noProof="0">
                <a:ln>
                  <a:noFill/>
                </a:ln>
                <a:solidFill>
                  <a:schemeClr val="tx1">
                    <a:lumMod val="65000"/>
                    <a:lumOff val="35000"/>
                  </a:schemeClr>
                </a:solidFill>
                <a:effectLst/>
                <a:uLnTx/>
                <a:uFillTx/>
                <a:latin typeface="微软雅黑" charset="0"/>
                <a:ea typeface="微软雅黑" charset="0"/>
                <a:sym typeface="+mn-ea"/>
              </a:rPr>
              <a:t>The message function in ABMs</a:t>
            </a:r>
            <a:endParaRPr kumimoji="0" lang="en-US" altLang="zh-CN" sz="1400" b="0" i="0" u="none" kern="1200" cap="none" spc="110" normalizeH="0" noProof="0">
              <a:ln>
                <a:noFill/>
              </a:ln>
              <a:solidFill>
                <a:schemeClr val="tx1">
                  <a:lumMod val="65000"/>
                  <a:lumOff val="35000"/>
                </a:schemeClr>
              </a:solidFill>
              <a:effectLst/>
              <a:uLnTx/>
              <a:uFillTx/>
              <a:latin typeface="微软雅黑" charset="0"/>
              <a:ea typeface="微软雅黑" charset="0"/>
            </a:endParaRPr>
          </a:p>
        </p:txBody>
      </p:sp>
      <p:cxnSp>
        <p:nvCxnSpPr>
          <p:cNvPr id="13" name="直接连接符 12"/>
          <p:cNvCxnSpPr/>
          <p:nvPr>
            <p:custDataLst>
              <p:tags r:id="rId8"/>
            </p:custDataLst>
          </p:nvPr>
        </p:nvCxnSpPr>
        <p:spPr>
          <a:xfrm>
            <a:off x="5930055" y="1255829"/>
            <a:ext cx="0" cy="3058392"/>
          </a:xfrm>
          <a:prstGeom prst="line">
            <a:avLst/>
          </a:prstGeom>
          <a:ln w="6350" cmpd="sng">
            <a:solidFill>
              <a:schemeClr val="accent1">
                <a:lumMod val="50000"/>
              </a:schemeClr>
            </a:solidFill>
            <a:prstDash val="solid"/>
          </a:ln>
        </p:spPr>
        <p:style>
          <a:lnRef idx="1">
            <a:schemeClr val="accent1"/>
          </a:lnRef>
          <a:fillRef idx="0">
            <a:schemeClr val="accent1"/>
          </a:fillRef>
          <a:effectRef idx="0">
            <a:schemeClr val="accent1"/>
          </a:effectRef>
          <a:fontRef idx="minor">
            <a:schemeClr val="tx1"/>
          </a:fontRef>
        </p:style>
      </p:cxnSp>
    </p:spTree>
    <p:custDataLst>
      <p:tags r:id="rId9"/>
    </p:custData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矩形 1"/>
          <p:cNvSpPr/>
          <p:nvPr userDrawn="1">
            <p:custDataLst>
              <p:tags r:id="rId1"/>
            </p:custDataLst>
          </p:nvPr>
        </p:nvSpPr>
        <p:spPr>
          <a:xfrm>
            <a:off x="0" y="0"/>
            <a:ext cx="9144000" cy="684086"/>
          </a:xfrm>
          <a:prstGeom prst="rect">
            <a:avLst/>
          </a:prstGeom>
          <a:solidFill>
            <a:schemeClr val="dk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lvl="0" algn="ctr"/>
            <a:endParaRPr lang="en-US" altLang="zh-CN" sz="1350">
              <a:solidFill>
                <a:schemeClr val="lt1"/>
              </a:solidFill>
              <a:latin typeface="微软雅黑" charset="-122"/>
              <a:ea typeface="微软雅黑" charset="-122"/>
              <a:sym typeface="+mn-ea"/>
            </a:endParaRPr>
          </a:p>
        </p:txBody>
      </p:sp>
      <p:sp>
        <p:nvSpPr>
          <p:cNvPr id="3" name="文本框 2"/>
          <p:cNvSpPr txBox="1"/>
          <p:nvPr>
            <p:custDataLst>
              <p:tags r:id="rId2"/>
            </p:custDataLst>
          </p:nvPr>
        </p:nvSpPr>
        <p:spPr>
          <a:xfrm>
            <a:off x="342867" y="114301"/>
            <a:ext cx="8458267" cy="457200"/>
          </a:xfrm>
          <a:prstGeom prst="rect">
            <a:avLst/>
          </a:prstGeom>
          <a:noFill/>
        </p:spPr>
        <p:txBody>
          <a:bodyPr wrap="square" lIns="47625" tIns="19050" rIns="47625" bIns="19050" rtlCol="0" anchor="ctr" anchorCtr="0">
            <a:normAutofit fontScale="90000"/>
          </a:bodyPr>
          <a:p>
            <a:pPr marL="0" indent="0" algn="l">
              <a:lnSpc>
                <a:spcPct val="100000"/>
              </a:lnSpc>
              <a:spcBef>
                <a:spcPts val="0"/>
              </a:spcBef>
              <a:spcAft>
                <a:spcPts val="0"/>
              </a:spcAft>
              <a:buSzPct val="100000"/>
              <a:buNone/>
            </a:pPr>
            <a:r>
              <a:rPr lang="en-US" altLang="zh-CN" sz="2800" b="1" spc="120">
                <a:solidFill>
                  <a:schemeClr val="lt1"/>
                </a:solidFill>
                <a:uFillTx/>
                <a:latin typeface="微软雅黑" charset="-122"/>
                <a:ea typeface="微软雅黑" charset="-122"/>
              </a:rPr>
              <a:t>ABM</a:t>
            </a:r>
            <a:r>
              <a:rPr lang="zh-CN" altLang="en-US" sz="2800" b="1" spc="120">
                <a:solidFill>
                  <a:schemeClr val="lt1"/>
                </a:solidFill>
                <a:uFillTx/>
                <a:latin typeface="微软雅黑" charset="-122"/>
                <a:ea typeface="微软雅黑" charset="-122"/>
              </a:rPr>
              <a:t>模型</a:t>
            </a:r>
            <a:endParaRPr lang="zh-CN" altLang="en-US" sz="2800" b="1" spc="120">
              <a:solidFill>
                <a:schemeClr val="lt1"/>
              </a:solidFill>
              <a:uFillTx/>
              <a:latin typeface="微软雅黑" charset="-122"/>
              <a:ea typeface="微软雅黑" charset="-122"/>
            </a:endParaRPr>
          </a:p>
        </p:txBody>
      </p:sp>
      <p:sp>
        <p:nvSpPr>
          <p:cNvPr id="7" name="文本框 6"/>
          <p:cNvSpPr txBox="1"/>
          <p:nvPr/>
        </p:nvSpPr>
        <p:spPr>
          <a:xfrm>
            <a:off x="293370" y="901065"/>
            <a:ext cx="8543290" cy="922020"/>
          </a:xfrm>
          <a:prstGeom prst="rect">
            <a:avLst/>
          </a:prstGeom>
          <a:noFill/>
        </p:spPr>
        <p:txBody>
          <a:bodyPr wrap="square" rtlCol="0" anchor="t">
            <a:spAutoFit/>
          </a:bodyPr>
          <a:p>
            <a:pPr indent="0">
              <a:buFont typeface="Arial" panose="020B0604020202090204" pitchFamily="34" charset="0"/>
              <a:buNone/>
            </a:pPr>
            <a:r>
              <a:rPr lang="en-US" altLang="zh-CN">
                <a:latin typeface="微软雅黑" charset="0"/>
                <a:ea typeface="微软雅黑" charset="0"/>
                <a:sym typeface="+mn-ea"/>
              </a:rPr>
              <a:t>在社交媒体模拟实验中，ABM模型指的是代理人基础模型（Agent-Based Modeling, ABM）。这种模型通过模拟个体行为的微观层面来研究社会过程的形成和演变。</a:t>
            </a:r>
            <a:endParaRPr lang="en-US" altLang="zh-CN">
              <a:latin typeface="微软雅黑" charset="0"/>
              <a:ea typeface="微软雅黑" charset="0"/>
              <a:sym typeface="+mn-ea"/>
            </a:endParaRPr>
          </a:p>
        </p:txBody>
      </p:sp>
      <p:sp>
        <p:nvSpPr>
          <p:cNvPr id="4" name="文本框 3"/>
          <p:cNvSpPr txBox="1"/>
          <p:nvPr/>
        </p:nvSpPr>
        <p:spPr>
          <a:xfrm>
            <a:off x="1870710" y="1670685"/>
            <a:ext cx="4556760" cy="368300"/>
          </a:xfrm>
          <a:prstGeom prst="rect">
            <a:avLst/>
          </a:prstGeom>
          <a:noFill/>
        </p:spPr>
        <p:txBody>
          <a:bodyPr wrap="square" rtlCol="0">
            <a:spAutoFit/>
          </a:bodyPr>
          <a:p>
            <a:pPr indent="0">
              <a:buFont typeface="Arial" panose="020B0604020202090204" pitchFamily="34" charset="0"/>
              <a:buNone/>
            </a:pPr>
            <a:r>
              <a:rPr lang="en-US" altLang="zh-CN">
                <a:latin typeface="微软雅黑" charset="0"/>
                <a:ea typeface="微软雅黑" charset="0"/>
                <a:sym typeface="+mn-ea"/>
              </a:rPr>
              <a:t>https://metaso.cn/s/geOjcgD</a:t>
            </a:r>
            <a:endParaRPr lang="en-US" altLang="zh-CN">
              <a:latin typeface="微软雅黑" charset="0"/>
              <a:ea typeface="微软雅黑" charset="0"/>
              <a:sym typeface="+mn-ea"/>
            </a:endParaRPr>
          </a:p>
        </p:txBody>
      </p:sp>
      <p:pic>
        <p:nvPicPr>
          <p:cNvPr id="5" name="图片 4"/>
          <p:cNvPicPr>
            <a:picLocks noChangeAspect="1"/>
          </p:cNvPicPr>
          <p:nvPr>
            <p:custDataLst>
              <p:tags r:id="rId3"/>
            </p:custDataLst>
          </p:nvPr>
        </p:nvPicPr>
        <p:blipFill>
          <a:blip r:embed="rId4"/>
          <a:stretch>
            <a:fillRect/>
          </a:stretch>
        </p:blipFill>
        <p:spPr>
          <a:xfrm>
            <a:off x="631190" y="2046605"/>
            <a:ext cx="7599045" cy="2915285"/>
          </a:xfrm>
          <a:prstGeom prst="rect">
            <a:avLst/>
          </a:prstGeom>
        </p:spPr>
      </p:pic>
    </p:spTree>
    <p:custDataLst>
      <p:tags r:id="rId5"/>
    </p:custData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133350" y="1271588"/>
            <a:ext cx="2695575" cy="2305050"/>
          </a:xfrm>
          <a:prstGeom prst="rect">
            <a:avLst/>
          </a:prstGeom>
          <a:noFill/>
        </p:spPr>
        <p:txBody>
          <a:bodyPr wrap="square" rtlCol="0" anchor="ctr"/>
          <a:lstStyle/>
          <a:p>
            <a:pPr marL="0" indent="0" algn="ctr">
              <a:buNone/>
            </a:pPr>
            <a:r>
              <a:rPr lang="en-US" sz="10690" b="1" dirty="0">
                <a:solidFill>
                  <a:srgbClr val="FFFFFF"/>
                </a:solidFill>
                <a:latin typeface="Noto Sans SC" pitchFamily="34" charset="0"/>
                <a:ea typeface="Noto Sans SC" pitchFamily="34" charset="-122"/>
                <a:cs typeface="Noto Sans SC" pitchFamily="34" charset="-120"/>
              </a:rPr>
              <a:t>03</a:t>
            </a:r>
            <a:endParaRPr lang="en-US" sz="10690" dirty="0"/>
          </a:p>
        </p:txBody>
      </p:sp>
      <p:sp>
        <p:nvSpPr>
          <p:cNvPr id="3" name="Text 1"/>
          <p:cNvSpPr/>
          <p:nvPr/>
        </p:nvSpPr>
        <p:spPr>
          <a:xfrm>
            <a:off x="4133850" y="2124075"/>
            <a:ext cx="4853940" cy="2471738"/>
          </a:xfrm>
          <a:prstGeom prst="rect">
            <a:avLst/>
          </a:prstGeom>
          <a:noFill/>
        </p:spPr>
        <p:txBody>
          <a:bodyPr wrap="square" rtlCol="0" anchor="t"/>
          <a:lstStyle/>
          <a:p>
            <a:pPr marL="0" indent="0" algn="l">
              <a:buNone/>
            </a:pPr>
            <a:r>
              <a:rPr lang="en-US" sz="3500" b="1" dirty="0">
                <a:solidFill>
                  <a:srgbClr val="144A82"/>
                </a:solidFill>
                <a:latin typeface="Noto Sans SC" pitchFamily="34" charset="0"/>
                <a:ea typeface="Noto Sans SC" pitchFamily="34" charset="-122"/>
                <a:cs typeface="Noto Sans SC" pitchFamily="34" charset="-120"/>
              </a:rPr>
              <a:t>模拟平台</a:t>
            </a:r>
            <a:r>
              <a:rPr lang="zh-CN" altLang="en-US" sz="3500" b="1" dirty="0">
                <a:solidFill>
                  <a:srgbClr val="144A82"/>
                </a:solidFill>
                <a:latin typeface="Noto Sans SC" pitchFamily="34" charset="0"/>
                <a:ea typeface="Noto Sans SC" pitchFamily="34" charset="-122"/>
                <a:cs typeface="Noto Sans SC" pitchFamily="34" charset="-120"/>
              </a:rPr>
              <a:t>设计</a:t>
            </a:r>
            <a:endParaRPr lang="zh-CN" altLang="en-US" sz="3500" b="1" dirty="0">
              <a:solidFill>
                <a:srgbClr val="144A82"/>
              </a:solidFill>
              <a:latin typeface="Noto Sans SC" pitchFamily="34" charset="0"/>
              <a:ea typeface="Noto Sans SC" pitchFamily="34" charset="-122"/>
              <a:cs typeface="Noto Sans SC" pitchFamily="34" charset="-120"/>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https://assets.mindshow.fun/themes/blue_simple_ellipse_gradient_academic_research_vplus_standard_en_20231124/Content_header.jpg"/>
          <p:cNvPicPr>
            <a:picLocks noChangeAspect="1"/>
          </p:cNvPicPr>
          <p:nvPr>
            <p:custDataLst>
              <p:tags r:id="rId1"/>
            </p:custDataLst>
          </p:nvPr>
        </p:nvPicPr>
        <p:blipFill>
          <a:blip r:embed="rId2"/>
          <a:stretch>
            <a:fillRect/>
          </a:stretch>
        </p:blipFill>
        <p:spPr>
          <a:xfrm>
            <a:off x="0" y="0"/>
            <a:ext cx="9144000" cy="1062038"/>
          </a:xfrm>
          <a:prstGeom prst="rect">
            <a:avLst/>
          </a:prstGeom>
        </p:spPr>
      </p:pic>
      <p:sp>
        <p:nvSpPr>
          <p:cNvPr id="3" name="Text 0"/>
          <p:cNvSpPr/>
          <p:nvPr/>
        </p:nvSpPr>
        <p:spPr>
          <a:xfrm>
            <a:off x="895350" y="257175"/>
            <a:ext cx="7806690" cy="552450"/>
          </a:xfrm>
          <a:prstGeom prst="rect">
            <a:avLst/>
          </a:prstGeom>
          <a:noFill/>
        </p:spPr>
        <p:txBody>
          <a:bodyPr wrap="square" rtlCol="0" anchor="ctr"/>
          <a:lstStyle/>
          <a:p>
            <a:pPr marL="0" indent="0" algn="l">
              <a:buNone/>
            </a:pPr>
            <a:r>
              <a:rPr lang="en-US" sz="2660" b="1" dirty="0">
                <a:solidFill>
                  <a:srgbClr val="144A82"/>
                </a:solidFill>
                <a:latin typeface="Noto Sans SC" pitchFamily="34" charset="0"/>
                <a:ea typeface="Noto Sans SC" pitchFamily="34" charset="-122"/>
                <a:cs typeface="Noto Sans SC" pitchFamily="34" charset="-120"/>
              </a:rPr>
              <a:t>模拟平台</a:t>
            </a:r>
            <a:endParaRPr lang="en-US" sz="2660" dirty="0"/>
          </a:p>
        </p:txBody>
      </p:sp>
      <p:pic>
        <p:nvPicPr>
          <p:cNvPr id="4" name="Image 1" descr="https://assets.mindshow.fun/themes/blue_simple_ellipse_gradient_academic_research_vplus_standard_en_20231124/Content_header.jpg"/>
          <p:cNvPicPr>
            <a:picLocks noChangeAspect="1"/>
          </p:cNvPicPr>
          <p:nvPr>
            <p:custDataLst>
              <p:tags r:id="rId3"/>
            </p:custDataLst>
          </p:nvPr>
        </p:nvPicPr>
        <p:blipFill>
          <a:blip r:embed="rId2"/>
          <a:stretch>
            <a:fillRect/>
          </a:stretch>
        </p:blipFill>
        <p:spPr>
          <a:xfrm>
            <a:off x="0" y="0"/>
            <a:ext cx="9144000" cy="1062038"/>
          </a:xfrm>
          <a:prstGeom prst="rect">
            <a:avLst/>
          </a:prstGeom>
        </p:spPr>
      </p:pic>
      <p:sp>
        <p:nvSpPr>
          <p:cNvPr id="5" name="Text 1"/>
          <p:cNvSpPr/>
          <p:nvPr/>
        </p:nvSpPr>
        <p:spPr>
          <a:xfrm>
            <a:off x="895350" y="257175"/>
            <a:ext cx="7806690" cy="552450"/>
          </a:xfrm>
          <a:prstGeom prst="rect">
            <a:avLst/>
          </a:prstGeom>
          <a:noFill/>
        </p:spPr>
        <p:txBody>
          <a:bodyPr wrap="square" rtlCol="0" anchor="ctr"/>
          <a:lstStyle/>
          <a:p>
            <a:pPr marL="0" indent="0" algn="l">
              <a:buNone/>
            </a:pPr>
            <a:r>
              <a:rPr lang="en-US" sz="2660" b="1" dirty="0">
                <a:solidFill>
                  <a:srgbClr val="144A82"/>
                </a:solidFill>
                <a:latin typeface="Noto Sans SC" pitchFamily="34" charset="0"/>
                <a:ea typeface="Noto Sans SC" pitchFamily="34" charset="-122"/>
                <a:cs typeface="Noto Sans SC" pitchFamily="34" charset="-120"/>
              </a:rPr>
              <a:t>模拟平台</a:t>
            </a:r>
            <a:endParaRPr lang="en-US" sz="2660" dirty="0"/>
          </a:p>
        </p:txBody>
      </p:sp>
      <p:pic>
        <p:nvPicPr>
          <p:cNvPr id="6" name="Image 2" descr="preencoded.png"/>
          <p:cNvPicPr>
            <a:picLocks noChangeAspect="1"/>
          </p:cNvPicPr>
          <p:nvPr>
            <p:custDataLst>
              <p:tags r:id="rId4"/>
            </p:custDataLst>
          </p:nvPr>
        </p:nvPicPr>
        <p:blipFill>
          <a:blip r:embed="rId5">
            <a:extLst>
              <a:ext uri="{96DAC541-7B7A-43D3-8B79-37D633B846F1}">
                <asvg:svgBlip xmlns:asvg="http://schemas.microsoft.com/office/drawing/2016/SVG/main" r:embed="rId6"/>
              </a:ext>
            </a:extLst>
          </a:blip>
          <a:stretch>
            <a:fillRect/>
          </a:stretch>
        </p:blipFill>
        <p:spPr>
          <a:xfrm>
            <a:off x="895350" y="1007269"/>
            <a:ext cx="7715250" cy="3452813"/>
          </a:xfrm>
          <a:prstGeom prst="rect">
            <a:avLst/>
          </a:prstGeom>
        </p:spPr>
      </p:pic>
      <p:sp>
        <p:nvSpPr>
          <p:cNvPr id="7" name="Text 2"/>
          <p:cNvSpPr/>
          <p:nvPr/>
        </p:nvSpPr>
        <p:spPr>
          <a:xfrm>
            <a:off x="883920" y="695325"/>
            <a:ext cx="5771515" cy="4544695"/>
          </a:xfrm>
          <a:prstGeom prst="rect">
            <a:avLst/>
          </a:prstGeom>
          <a:noFill/>
        </p:spPr>
        <p:txBody>
          <a:bodyPr wrap="square" rtlCol="0" anchor="t"/>
          <a:lstStyle/>
          <a:p>
            <a:pPr marL="0" indent="0" algn="l">
              <a:lnSpc>
                <a:spcPct val="150000"/>
              </a:lnSpc>
              <a:buNone/>
            </a:pPr>
            <a:r>
              <a:rPr lang="en-US" sz="1200" b="1" dirty="0">
                <a:solidFill>
                  <a:srgbClr val="383838"/>
                </a:solidFill>
                <a:latin typeface="微软雅黑" charset="0"/>
                <a:ea typeface="微软雅黑" charset="0"/>
                <a:cs typeface="微软雅黑" charset="0"/>
              </a:rPr>
              <a:t>模拟平台的构建目的</a:t>
            </a:r>
            <a:r>
              <a:rPr lang="en-US" sz="1200" dirty="0">
                <a:solidFill>
                  <a:srgbClr val="383838"/>
                </a:solidFill>
                <a:latin typeface="微软雅黑" charset="0"/>
                <a:ea typeface="微软雅黑" charset="0"/>
                <a:cs typeface="微软雅黑" charset="0"/>
              </a:rPr>
              <a:t>：</a:t>
            </a:r>
            <a:br>
              <a:rPr lang="en-US" sz="1200" dirty="0">
                <a:solidFill>
                  <a:srgbClr val="383838"/>
                </a:solidFill>
                <a:latin typeface="微软雅黑" charset="0"/>
                <a:ea typeface="微软雅黑" charset="0"/>
                <a:cs typeface="微软雅黑" charset="0"/>
              </a:rPr>
            </a:br>
            <a:r>
              <a:rPr lang="en-US" sz="1200" dirty="0">
                <a:solidFill>
                  <a:srgbClr val="383838"/>
                </a:solidFill>
                <a:latin typeface="微软雅黑" charset="0"/>
                <a:ea typeface="微软雅黑" charset="0"/>
                <a:cs typeface="微软雅黑" charset="0"/>
              </a:rPr>
              <a:t>开发类似Twitter的模拟平台。</a:t>
            </a:r>
            <a:endParaRPr lang="en-US" sz="1200" dirty="0">
              <a:latin typeface="微软雅黑" charset="0"/>
              <a:ea typeface="微软雅黑" charset="0"/>
              <a:cs typeface="微软雅黑" charset="0"/>
            </a:endParaRPr>
          </a:p>
          <a:p>
            <a:pPr marL="0" indent="0" algn="l">
              <a:lnSpc>
                <a:spcPct val="150000"/>
              </a:lnSpc>
              <a:buNone/>
            </a:pPr>
            <a:r>
              <a:rPr lang="en-US" sz="1200" b="1" dirty="0">
                <a:solidFill>
                  <a:srgbClr val="383838"/>
                </a:solidFill>
                <a:latin typeface="微软雅黑" charset="0"/>
                <a:ea typeface="微软雅黑" charset="0"/>
                <a:cs typeface="微软雅黑" charset="0"/>
              </a:rPr>
              <a:t>在线社交媒体环境</a:t>
            </a:r>
            <a:r>
              <a:rPr lang="en-US" sz="1200" dirty="0">
                <a:solidFill>
                  <a:srgbClr val="383838"/>
                </a:solidFill>
                <a:latin typeface="微软雅黑" charset="0"/>
                <a:ea typeface="微软雅黑" charset="0"/>
                <a:cs typeface="微软雅黑" charset="0"/>
              </a:rPr>
              <a:t>：</a:t>
            </a:r>
            <a:br>
              <a:rPr lang="en-US" sz="1200" dirty="0">
                <a:solidFill>
                  <a:srgbClr val="383838"/>
                </a:solidFill>
                <a:latin typeface="微软雅黑" charset="0"/>
                <a:ea typeface="微软雅黑" charset="0"/>
                <a:cs typeface="微软雅黑" charset="0"/>
              </a:rPr>
            </a:br>
            <a:r>
              <a:rPr lang="en-US" sz="1200" dirty="0">
                <a:solidFill>
                  <a:srgbClr val="383838"/>
                </a:solidFill>
                <a:latin typeface="微软雅黑" charset="0"/>
                <a:ea typeface="微软雅黑" charset="0"/>
                <a:cs typeface="微软雅黑" charset="0"/>
              </a:rPr>
              <a:t>构建与Twitter相似的环境。</a:t>
            </a:r>
            <a:endParaRPr lang="en-US" sz="1200" dirty="0">
              <a:latin typeface="微软雅黑" charset="0"/>
              <a:ea typeface="微软雅黑" charset="0"/>
              <a:cs typeface="微软雅黑" charset="0"/>
            </a:endParaRPr>
          </a:p>
          <a:p>
            <a:pPr marL="0" indent="0" algn="l">
              <a:lnSpc>
                <a:spcPct val="150000"/>
              </a:lnSpc>
              <a:buNone/>
            </a:pPr>
            <a:r>
              <a:rPr lang="en-US" sz="1200" b="1" dirty="0">
                <a:solidFill>
                  <a:srgbClr val="383838"/>
                </a:solidFill>
                <a:latin typeface="微软雅黑" charset="0"/>
                <a:ea typeface="微软雅黑" charset="0"/>
                <a:cs typeface="微软雅黑" charset="0"/>
              </a:rPr>
              <a:t>消息推送机制</a:t>
            </a:r>
            <a:r>
              <a:rPr lang="en-US" sz="1200" dirty="0">
                <a:solidFill>
                  <a:srgbClr val="383838"/>
                </a:solidFill>
                <a:latin typeface="微软雅黑" charset="0"/>
                <a:ea typeface="微软雅黑" charset="0"/>
                <a:cs typeface="微软雅黑" charset="0"/>
              </a:rPr>
              <a:t>：</a:t>
            </a:r>
            <a:br>
              <a:rPr lang="en-US" sz="1200" dirty="0">
                <a:solidFill>
                  <a:srgbClr val="383838"/>
                </a:solidFill>
                <a:latin typeface="微软雅黑" charset="0"/>
                <a:ea typeface="微软雅黑" charset="0"/>
                <a:cs typeface="微软雅黑" charset="0"/>
              </a:rPr>
            </a:br>
            <a:r>
              <a:rPr lang="en-US" sz="1200" dirty="0">
                <a:solidFill>
                  <a:srgbClr val="383838"/>
                </a:solidFill>
                <a:latin typeface="微软雅黑" charset="0"/>
                <a:ea typeface="微软雅黑" charset="0"/>
                <a:cs typeface="微软雅黑" charset="0"/>
              </a:rPr>
              <a:t>基于时间线概念运作。</a:t>
            </a:r>
            <a:endParaRPr lang="en-US" sz="1200" dirty="0">
              <a:latin typeface="微软雅黑" charset="0"/>
              <a:ea typeface="微软雅黑" charset="0"/>
              <a:cs typeface="微软雅黑" charset="0"/>
            </a:endParaRPr>
          </a:p>
          <a:p>
            <a:pPr marL="0" indent="0" algn="l">
              <a:lnSpc>
                <a:spcPct val="150000"/>
              </a:lnSpc>
              <a:buNone/>
            </a:pPr>
            <a:r>
              <a:rPr lang="en-US" sz="1200" b="1" dirty="0">
                <a:solidFill>
                  <a:srgbClr val="383838"/>
                </a:solidFill>
                <a:latin typeface="微软雅黑" charset="0"/>
                <a:ea typeface="微软雅黑" charset="0"/>
                <a:cs typeface="微软雅黑" charset="0"/>
              </a:rPr>
              <a:t>离线新闻推送</a:t>
            </a:r>
            <a:r>
              <a:rPr lang="en-US" sz="1200" dirty="0">
                <a:solidFill>
                  <a:srgbClr val="383838"/>
                </a:solidFill>
                <a:latin typeface="微软雅黑" charset="0"/>
                <a:ea typeface="微软雅黑" charset="0"/>
                <a:cs typeface="微软雅黑" charset="0"/>
              </a:rPr>
              <a:t>：</a:t>
            </a:r>
            <a:br>
              <a:rPr lang="en-US" sz="1200" dirty="0">
                <a:solidFill>
                  <a:srgbClr val="383838"/>
                </a:solidFill>
                <a:latin typeface="微软雅黑" charset="0"/>
                <a:ea typeface="微软雅黑" charset="0"/>
                <a:cs typeface="微软雅黑" charset="0"/>
              </a:rPr>
            </a:br>
            <a:r>
              <a:rPr lang="en-US" sz="1200" dirty="0">
                <a:solidFill>
                  <a:srgbClr val="383838"/>
                </a:solidFill>
                <a:latin typeface="微软雅黑" charset="0"/>
                <a:ea typeface="微软雅黑" charset="0"/>
                <a:cs typeface="微软雅黑" charset="0"/>
              </a:rPr>
              <a:t>提供真实世界事件描述作为背景信息。</a:t>
            </a:r>
            <a:endParaRPr lang="en-US" sz="1200" dirty="0">
              <a:latin typeface="微软雅黑" charset="0"/>
              <a:ea typeface="微软雅黑" charset="0"/>
              <a:cs typeface="微软雅黑" charset="0"/>
            </a:endParaRPr>
          </a:p>
          <a:p>
            <a:pPr marL="0" indent="0" algn="l">
              <a:lnSpc>
                <a:spcPct val="150000"/>
              </a:lnSpc>
              <a:buNone/>
            </a:pPr>
            <a:r>
              <a:rPr lang="en-US" sz="1200" b="1" dirty="0">
                <a:solidFill>
                  <a:srgbClr val="383838"/>
                </a:solidFill>
                <a:latin typeface="微软雅黑" charset="0"/>
                <a:ea typeface="微软雅黑" charset="0"/>
                <a:cs typeface="微软雅黑" charset="0"/>
              </a:rPr>
              <a:t>任务制定</a:t>
            </a:r>
            <a:r>
              <a:rPr lang="en-US" sz="1200" dirty="0">
                <a:solidFill>
                  <a:srgbClr val="383838"/>
                </a:solidFill>
                <a:latin typeface="微软雅黑" charset="0"/>
                <a:ea typeface="微软雅黑" charset="0"/>
                <a:cs typeface="微软雅黑" charset="0"/>
              </a:rPr>
              <a:t>：</a:t>
            </a:r>
            <a:br>
              <a:rPr lang="en-US" sz="1200" dirty="0">
                <a:solidFill>
                  <a:srgbClr val="383838"/>
                </a:solidFill>
                <a:latin typeface="微软雅黑" charset="0"/>
                <a:ea typeface="微软雅黑" charset="0"/>
                <a:cs typeface="微软雅黑" charset="0"/>
              </a:rPr>
            </a:br>
            <a:r>
              <a:rPr lang="en-US" sz="1200" dirty="0">
                <a:solidFill>
                  <a:srgbClr val="383838"/>
                </a:solidFill>
                <a:latin typeface="微软雅黑" charset="0"/>
                <a:ea typeface="微软雅黑" charset="0"/>
                <a:cs typeface="微软雅黑" charset="0"/>
              </a:rPr>
              <a:t>将模拟抽象化为具体任务。</a:t>
            </a:r>
            <a:endParaRPr lang="en-US" sz="1200" dirty="0">
              <a:latin typeface="微软雅黑" charset="0"/>
              <a:ea typeface="微软雅黑" charset="0"/>
              <a:cs typeface="微软雅黑" charset="0"/>
            </a:endParaRPr>
          </a:p>
          <a:p>
            <a:pPr marL="0" indent="0" algn="l">
              <a:lnSpc>
                <a:spcPct val="150000"/>
              </a:lnSpc>
              <a:buNone/>
            </a:pPr>
            <a:r>
              <a:rPr lang="en-US" sz="1200" b="1" dirty="0">
                <a:solidFill>
                  <a:srgbClr val="383838"/>
                </a:solidFill>
                <a:latin typeface="微软雅黑" charset="0"/>
                <a:ea typeface="微软雅黑" charset="0"/>
                <a:cs typeface="微软雅黑" charset="0"/>
              </a:rPr>
              <a:t>模拟过程</a:t>
            </a:r>
            <a:r>
              <a:rPr lang="en-US" sz="1200" dirty="0">
                <a:solidFill>
                  <a:srgbClr val="383838"/>
                </a:solidFill>
                <a:latin typeface="微软雅黑" charset="0"/>
                <a:ea typeface="微软雅黑" charset="0"/>
                <a:cs typeface="微软雅黑" charset="0"/>
              </a:rPr>
              <a:t>：</a:t>
            </a:r>
            <a:br>
              <a:rPr lang="en-US" sz="1200" dirty="0">
                <a:solidFill>
                  <a:srgbClr val="383838"/>
                </a:solidFill>
                <a:latin typeface="微软雅黑" charset="0"/>
                <a:ea typeface="微软雅黑" charset="0"/>
                <a:cs typeface="微软雅黑" charset="0"/>
              </a:rPr>
            </a:br>
            <a:r>
              <a:rPr lang="en-US" sz="1200" dirty="0">
                <a:solidFill>
                  <a:srgbClr val="383838"/>
                </a:solidFill>
                <a:latin typeface="微软雅黑" charset="0"/>
                <a:ea typeface="微软雅黑" charset="0"/>
                <a:cs typeface="微软雅黑" charset="0"/>
              </a:rPr>
              <a:t>模拟器以轮次方式运行。</a:t>
            </a:r>
            <a:endParaRPr lang="en-US" sz="1200" dirty="0">
              <a:latin typeface="微软雅黑" charset="0"/>
              <a:ea typeface="微软雅黑" charset="0"/>
              <a:cs typeface="微软雅黑" charset="0"/>
            </a:endParaRPr>
          </a:p>
          <a:p>
            <a:pPr marL="0" indent="0" algn="l">
              <a:lnSpc>
                <a:spcPct val="150000"/>
              </a:lnSpc>
              <a:buNone/>
            </a:pPr>
            <a:r>
              <a:rPr lang="en-US" sz="1200" b="1" dirty="0">
                <a:solidFill>
                  <a:srgbClr val="383838"/>
                </a:solidFill>
                <a:latin typeface="微软雅黑" charset="0"/>
                <a:ea typeface="微软雅黑" charset="0"/>
                <a:cs typeface="微软雅黑" charset="0"/>
              </a:rPr>
              <a:t>用户行为模拟</a:t>
            </a:r>
            <a:r>
              <a:rPr lang="en-US" sz="1200" dirty="0">
                <a:solidFill>
                  <a:srgbClr val="383838"/>
                </a:solidFill>
                <a:latin typeface="微软雅黑" charset="0"/>
                <a:ea typeface="微软雅黑" charset="0"/>
                <a:cs typeface="微软雅黑" charset="0"/>
              </a:rPr>
              <a:t>：</a:t>
            </a:r>
            <a:br>
              <a:rPr lang="en-US" sz="1200" dirty="0">
                <a:solidFill>
                  <a:srgbClr val="383838"/>
                </a:solidFill>
                <a:latin typeface="微软雅黑" charset="0"/>
                <a:ea typeface="微软雅黑" charset="0"/>
                <a:cs typeface="微软雅黑" charset="0"/>
              </a:rPr>
            </a:br>
            <a:r>
              <a:rPr lang="en-US" sz="1200" dirty="0">
                <a:solidFill>
                  <a:srgbClr val="383838"/>
                </a:solidFill>
                <a:latin typeface="微软雅黑" charset="0"/>
                <a:ea typeface="微软雅黑" charset="0"/>
                <a:cs typeface="微软雅黑" charset="0"/>
              </a:rPr>
              <a:t>根据多种信息执行行动。</a:t>
            </a:r>
            <a:endParaRPr lang="en-US" sz="1200" dirty="0">
              <a:latin typeface="微软雅黑" charset="0"/>
              <a:ea typeface="微软雅黑" charset="0"/>
              <a:cs typeface="微软雅黑" charset="0"/>
            </a:endParaRPr>
          </a:p>
          <a:p>
            <a:pPr marL="0" indent="0" algn="l">
              <a:lnSpc>
                <a:spcPct val="150000"/>
              </a:lnSpc>
              <a:buNone/>
            </a:pPr>
            <a:r>
              <a:rPr lang="en-US" sz="1200" b="1" dirty="0">
                <a:solidFill>
                  <a:srgbClr val="383838"/>
                </a:solidFill>
                <a:latin typeface="微软雅黑" charset="0"/>
                <a:ea typeface="微软雅黑" charset="0"/>
                <a:cs typeface="微软雅黑" charset="0"/>
              </a:rPr>
              <a:t>普通用户态度更新</a:t>
            </a:r>
            <a:r>
              <a:rPr lang="en-US" sz="1200" dirty="0">
                <a:solidFill>
                  <a:srgbClr val="383838"/>
                </a:solidFill>
                <a:latin typeface="微软雅黑" charset="0"/>
                <a:ea typeface="微软雅黑" charset="0"/>
                <a:cs typeface="微软雅黑" charset="0"/>
              </a:rPr>
              <a:t>：</a:t>
            </a:r>
            <a:br>
              <a:rPr lang="en-US" sz="1200" dirty="0">
                <a:solidFill>
                  <a:srgbClr val="383838"/>
                </a:solidFill>
                <a:latin typeface="微软雅黑" charset="0"/>
                <a:ea typeface="微软雅黑" charset="0"/>
                <a:cs typeface="微软雅黑" charset="0"/>
              </a:rPr>
            </a:br>
            <a:r>
              <a:rPr lang="en-US" sz="1200" dirty="0">
                <a:solidFill>
                  <a:srgbClr val="383838"/>
                </a:solidFill>
                <a:latin typeface="微软雅黑" charset="0"/>
                <a:ea typeface="微软雅黑" charset="0"/>
                <a:cs typeface="微软雅黑" charset="0"/>
              </a:rPr>
              <a:t>根据预定义机制更新态度。</a:t>
            </a:r>
            <a:endParaRPr lang="en-US" sz="1200" dirty="0">
              <a:latin typeface="微软雅黑" charset="0"/>
              <a:ea typeface="微软雅黑" charset="0"/>
              <a:cs typeface="微软雅黑" charset="0"/>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矩形 9"/>
          <p:cNvSpPr/>
          <p:nvPr userDrawn="1">
            <p:custDataLst>
              <p:tags r:id="rId1"/>
            </p:custDataLst>
          </p:nvPr>
        </p:nvSpPr>
        <p:spPr>
          <a:xfrm>
            <a:off x="0" y="0"/>
            <a:ext cx="9144000" cy="684086"/>
          </a:xfrm>
          <a:prstGeom prst="rect">
            <a:avLst/>
          </a:prstGeom>
          <a:solidFill>
            <a:schemeClr val="dk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lvl="0" algn="ctr"/>
            <a:endParaRPr lang="en-US" altLang="zh-CN" sz="1350">
              <a:solidFill>
                <a:schemeClr val="lt1"/>
              </a:solidFill>
              <a:latin typeface="微软雅黑" charset="-122"/>
              <a:ea typeface="微软雅黑" charset="-122"/>
              <a:sym typeface="+mn-ea"/>
            </a:endParaRPr>
          </a:p>
        </p:txBody>
      </p:sp>
      <p:sp>
        <p:nvSpPr>
          <p:cNvPr id="5" name="文本框 4"/>
          <p:cNvSpPr txBox="1"/>
          <p:nvPr>
            <p:custDataLst>
              <p:tags r:id="rId2"/>
            </p:custDataLst>
          </p:nvPr>
        </p:nvSpPr>
        <p:spPr>
          <a:xfrm>
            <a:off x="342867" y="114301"/>
            <a:ext cx="8458267" cy="457200"/>
          </a:xfrm>
          <a:prstGeom prst="rect">
            <a:avLst/>
          </a:prstGeom>
          <a:noFill/>
        </p:spPr>
        <p:txBody>
          <a:bodyPr wrap="square" lIns="47625" tIns="19050" rIns="47625" bIns="19050" rtlCol="0" anchor="ctr" anchorCtr="0">
            <a:normAutofit fontScale="90000"/>
          </a:bodyPr>
          <a:p>
            <a:pPr marL="0" indent="0" algn="l">
              <a:lnSpc>
                <a:spcPct val="100000"/>
              </a:lnSpc>
              <a:spcBef>
                <a:spcPts val="0"/>
              </a:spcBef>
              <a:spcAft>
                <a:spcPts val="0"/>
              </a:spcAft>
              <a:buSzPct val="100000"/>
              <a:buNone/>
            </a:pPr>
            <a:r>
              <a:rPr lang="en-US" altLang="zh-CN" sz="2800" b="1" spc="120">
                <a:solidFill>
                  <a:schemeClr val="lt1"/>
                </a:solidFill>
                <a:uFillTx/>
                <a:latin typeface="微软雅黑" charset="-122"/>
                <a:ea typeface="微软雅黑" charset="-122"/>
                <a:sym typeface="+mn-ea"/>
              </a:rPr>
              <a:t>Twitter平台模拟</a:t>
            </a:r>
            <a:endParaRPr lang="en-US" altLang="zh-CN" sz="2800" b="1" spc="120">
              <a:solidFill>
                <a:schemeClr val="lt1"/>
              </a:solidFill>
              <a:uFillTx/>
              <a:latin typeface="微软雅黑" charset="-122"/>
              <a:ea typeface="微软雅黑" charset="-122"/>
              <a:sym typeface="+mn-ea"/>
            </a:endParaRPr>
          </a:p>
        </p:txBody>
      </p:sp>
      <p:sp>
        <p:nvSpPr>
          <p:cNvPr id="6" name="任意多边形: 形状 3"/>
          <p:cNvSpPr/>
          <p:nvPr>
            <p:custDataLst>
              <p:tags r:id="rId3"/>
            </p:custDataLst>
          </p:nvPr>
        </p:nvSpPr>
        <p:spPr>
          <a:xfrm>
            <a:off x="1131463" y="1475065"/>
            <a:ext cx="3223627" cy="3210851"/>
          </a:xfrm>
          <a:custGeom>
            <a:avLst/>
            <a:gdLst>
              <a:gd name="connsiteX0" fmla="*/ 244488 w 3062288"/>
              <a:gd name="connsiteY0" fmla="*/ 0 h 2952750"/>
              <a:gd name="connsiteX1" fmla="*/ 2817800 w 3062288"/>
              <a:gd name="connsiteY1" fmla="*/ 0 h 2952750"/>
              <a:gd name="connsiteX2" fmla="*/ 3062288 w 3062288"/>
              <a:gd name="connsiteY2" fmla="*/ 244488 h 2952750"/>
              <a:gd name="connsiteX3" fmla="*/ 3062288 w 3062288"/>
              <a:gd name="connsiteY3" fmla="*/ 792841 h 2952750"/>
              <a:gd name="connsiteX4" fmla="*/ 3053558 w 3062288"/>
              <a:gd name="connsiteY4" fmla="*/ 795551 h 2952750"/>
              <a:gd name="connsiteX5" fmla="*/ 2940845 w 3062288"/>
              <a:gd name="connsiteY5" fmla="*/ 965595 h 2952750"/>
              <a:gd name="connsiteX6" fmla="*/ 3053558 w 3062288"/>
              <a:gd name="connsiteY6" fmla="*/ 1135640 h 2952750"/>
              <a:gd name="connsiteX7" fmla="*/ 3062288 w 3062288"/>
              <a:gd name="connsiteY7" fmla="*/ 1138349 h 2952750"/>
              <a:gd name="connsiteX8" fmla="*/ 3062288 w 3062288"/>
              <a:gd name="connsiteY8" fmla="*/ 2708262 h 2952750"/>
              <a:gd name="connsiteX9" fmla="*/ 2817800 w 3062288"/>
              <a:gd name="connsiteY9" fmla="*/ 2952750 h 2952750"/>
              <a:gd name="connsiteX10" fmla="*/ 244488 w 3062288"/>
              <a:gd name="connsiteY10" fmla="*/ 2952750 h 2952750"/>
              <a:gd name="connsiteX11" fmla="*/ 0 w 3062288"/>
              <a:gd name="connsiteY11" fmla="*/ 2708262 h 2952750"/>
              <a:gd name="connsiteX12" fmla="*/ 0 w 3062288"/>
              <a:gd name="connsiteY12" fmla="*/ 1138351 h 2952750"/>
              <a:gd name="connsiteX13" fmla="*/ 8731 w 3062288"/>
              <a:gd name="connsiteY13" fmla="*/ 1135640 h 2952750"/>
              <a:gd name="connsiteX14" fmla="*/ 121444 w 3062288"/>
              <a:gd name="connsiteY14" fmla="*/ 965596 h 2952750"/>
              <a:gd name="connsiteX15" fmla="*/ 8731 w 3062288"/>
              <a:gd name="connsiteY15" fmla="*/ 795552 h 2952750"/>
              <a:gd name="connsiteX16" fmla="*/ 0 w 3062288"/>
              <a:gd name="connsiteY16" fmla="*/ 792842 h 2952750"/>
              <a:gd name="connsiteX17" fmla="*/ 0 w 3062288"/>
              <a:gd name="connsiteY17" fmla="*/ 244488 h 2952750"/>
              <a:gd name="connsiteX18" fmla="*/ 244488 w 3062288"/>
              <a:gd name="connsiteY18" fmla="*/ 0 h 29527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3062288" h="2952750">
                <a:moveTo>
                  <a:pt x="244488" y="0"/>
                </a:moveTo>
                <a:lnTo>
                  <a:pt x="2817800" y="0"/>
                </a:lnTo>
                <a:cubicBezTo>
                  <a:pt x="2952827" y="0"/>
                  <a:pt x="3062288" y="109461"/>
                  <a:pt x="3062288" y="244488"/>
                </a:cubicBezTo>
                <a:lnTo>
                  <a:pt x="3062288" y="792841"/>
                </a:lnTo>
                <a:lnTo>
                  <a:pt x="3053558" y="795551"/>
                </a:lnTo>
                <a:cubicBezTo>
                  <a:pt x="2987322" y="823567"/>
                  <a:pt x="2940845" y="889154"/>
                  <a:pt x="2940845" y="965595"/>
                </a:cubicBezTo>
                <a:cubicBezTo>
                  <a:pt x="2940845" y="1042037"/>
                  <a:pt x="2987322" y="1107624"/>
                  <a:pt x="3053558" y="1135640"/>
                </a:cubicBezTo>
                <a:lnTo>
                  <a:pt x="3062288" y="1138349"/>
                </a:lnTo>
                <a:lnTo>
                  <a:pt x="3062288" y="2708262"/>
                </a:lnTo>
                <a:cubicBezTo>
                  <a:pt x="3062288" y="2843289"/>
                  <a:pt x="2952827" y="2952750"/>
                  <a:pt x="2817800" y="2952750"/>
                </a:cubicBezTo>
                <a:lnTo>
                  <a:pt x="244488" y="2952750"/>
                </a:lnTo>
                <a:cubicBezTo>
                  <a:pt x="109461" y="2952750"/>
                  <a:pt x="0" y="2843289"/>
                  <a:pt x="0" y="2708262"/>
                </a:cubicBezTo>
                <a:lnTo>
                  <a:pt x="0" y="1138351"/>
                </a:lnTo>
                <a:lnTo>
                  <a:pt x="8731" y="1135640"/>
                </a:lnTo>
                <a:cubicBezTo>
                  <a:pt x="74968" y="1107625"/>
                  <a:pt x="121444" y="1042038"/>
                  <a:pt x="121444" y="965596"/>
                </a:cubicBezTo>
                <a:cubicBezTo>
                  <a:pt x="121444" y="889155"/>
                  <a:pt x="74968" y="823568"/>
                  <a:pt x="8731" y="795552"/>
                </a:cubicBezTo>
                <a:lnTo>
                  <a:pt x="0" y="792842"/>
                </a:lnTo>
                <a:lnTo>
                  <a:pt x="0" y="244488"/>
                </a:lnTo>
                <a:cubicBezTo>
                  <a:pt x="0" y="109461"/>
                  <a:pt x="109461" y="0"/>
                  <a:pt x="244488"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1350"/>
          </a:p>
        </p:txBody>
      </p:sp>
      <p:sp>
        <p:nvSpPr>
          <p:cNvPr id="7" name="椭圆 6"/>
          <p:cNvSpPr/>
          <p:nvPr>
            <p:custDataLst>
              <p:tags r:id="rId4"/>
            </p:custDataLst>
          </p:nvPr>
        </p:nvSpPr>
        <p:spPr>
          <a:xfrm>
            <a:off x="2387098" y="912244"/>
            <a:ext cx="734897" cy="759694"/>
          </a:xfrm>
          <a:prstGeom prst="ellipse">
            <a:avLst/>
          </a:prstGeom>
          <a:solidFill>
            <a:schemeClr val="bg1"/>
          </a:solidFill>
          <a:ln>
            <a:noFill/>
          </a:ln>
          <a:effectLst>
            <a:outerShdw blurRad="711200" sx="70000" sy="70000" algn="c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1" name="文本框 61"/>
          <p:cNvSpPr txBox="1"/>
          <p:nvPr>
            <p:custDataLst>
              <p:tags r:id="rId5"/>
            </p:custDataLst>
          </p:nvPr>
        </p:nvSpPr>
        <p:spPr>
          <a:xfrm>
            <a:off x="1477871" y="1788410"/>
            <a:ext cx="2533815" cy="575595"/>
          </a:xfrm>
          <a:prstGeom prst="rect">
            <a:avLst/>
          </a:prstGeom>
          <a:noFill/>
        </p:spPr>
        <p:txBody>
          <a:bodyPr wrap="square" rtlCol="0">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lnSpc>
                <a:spcPct val="100000"/>
              </a:lnSpc>
              <a:spcBef>
                <a:spcPts val="0"/>
              </a:spcBef>
              <a:spcAft>
                <a:spcPts val="0"/>
              </a:spcAft>
              <a:buSzPct val="100000"/>
            </a:pPr>
            <a:r>
              <a:rPr lang="zh-CN" altLang="en-US" sz="2600" spc="180">
                <a:solidFill>
                  <a:schemeClr val="lt1"/>
                </a:solidFill>
                <a:latin typeface="Arial" panose="020B0604020202090204" pitchFamily="34" charset="0"/>
                <a:ea typeface="微软雅黑" charset="-122"/>
                <a:sym typeface="+mn-ea"/>
              </a:rPr>
              <a:t>消息推送机制：</a:t>
            </a:r>
            <a:endParaRPr lang="zh-CN" altLang="en-US" sz="2600" spc="180">
              <a:solidFill>
                <a:schemeClr val="lt1"/>
              </a:solidFill>
              <a:latin typeface="Arial" panose="020B0604020202090204" pitchFamily="34" charset="0"/>
              <a:ea typeface="微软雅黑" charset="-122"/>
              <a:sym typeface="+mn-ea"/>
            </a:endParaRPr>
          </a:p>
        </p:txBody>
      </p:sp>
      <p:sp>
        <p:nvSpPr>
          <p:cNvPr id="13" name="TextBox 21"/>
          <p:cNvSpPr txBox="1"/>
          <p:nvPr>
            <p:custDataLst>
              <p:tags r:id="rId6"/>
            </p:custDataLst>
          </p:nvPr>
        </p:nvSpPr>
        <p:spPr>
          <a:xfrm flipH="1">
            <a:off x="1477871" y="2791567"/>
            <a:ext cx="2533815" cy="1743313"/>
          </a:xfrm>
          <a:prstGeom prst="rect">
            <a:avLst/>
          </a:prstGeom>
          <a:noFill/>
        </p:spPr>
        <p:txBody>
          <a:bodyPr wrap="square" rtlCol="0" anchor="t">
            <a:normAutofit lnSpcReduction="10000"/>
          </a:bodyPr>
          <a:lstStyle/>
          <a:p>
            <a:pPr marL="0" lvl="0" indent="0" algn="l">
              <a:lnSpc>
                <a:spcPct val="120000"/>
              </a:lnSpc>
              <a:spcBef>
                <a:spcPts val="0"/>
              </a:spcBef>
              <a:spcAft>
                <a:spcPts val="800"/>
              </a:spcAft>
              <a:buSzPct val="100000"/>
            </a:pPr>
            <a:r>
              <a:rPr lang="zh-CN" altLang="en-US" sz="1500" spc="70">
                <a:solidFill>
                  <a:schemeClr val="lt1"/>
                </a:solidFill>
                <a:uFillTx/>
                <a:latin typeface="Arial" panose="020B0604020202090204" pitchFamily="34" charset="0"/>
                <a:ea typeface="微软雅黑" charset="-122"/>
                <a:sym typeface="+mn-ea"/>
              </a:rPr>
              <a:t>环境基于时间线概念运作，每个用户都有自己的时间线，展示他们自己和其他关注用户创建的推文。同时，维护一个公共时间线，存储所有用户发送的推文。</a:t>
            </a:r>
            <a:endParaRPr lang="zh-CN" altLang="en-US" sz="1500" spc="70">
              <a:solidFill>
                <a:schemeClr val="lt1"/>
              </a:solidFill>
              <a:uFillTx/>
              <a:latin typeface="Arial" panose="020B0604020202090204" pitchFamily="34" charset="0"/>
              <a:ea typeface="微软雅黑" charset="-122"/>
              <a:sym typeface="+mn-ea"/>
            </a:endParaRPr>
          </a:p>
        </p:txBody>
      </p:sp>
      <p:cxnSp>
        <p:nvCxnSpPr>
          <p:cNvPr id="15" name="直接连接符 14"/>
          <p:cNvCxnSpPr/>
          <p:nvPr>
            <p:custDataLst>
              <p:tags r:id="rId7"/>
            </p:custDataLst>
          </p:nvPr>
        </p:nvCxnSpPr>
        <p:spPr>
          <a:xfrm>
            <a:off x="1998610" y="2554115"/>
            <a:ext cx="1493088" cy="0"/>
          </a:xfrm>
          <a:prstGeom prst="line">
            <a:avLst/>
          </a:prstGeom>
          <a:ln w="19050" cap="rnd">
            <a:solidFill>
              <a:schemeClr val="bg1"/>
            </a:solidFill>
            <a:prstDash val="sysDash"/>
            <a:round/>
          </a:ln>
        </p:spPr>
        <p:style>
          <a:lnRef idx="1">
            <a:schemeClr val="accent1"/>
          </a:lnRef>
          <a:fillRef idx="0">
            <a:schemeClr val="accent1"/>
          </a:fillRef>
          <a:effectRef idx="0">
            <a:schemeClr val="accent1"/>
          </a:effectRef>
          <a:fontRef idx="minor">
            <a:schemeClr val="tx1"/>
          </a:fontRef>
        </p:style>
      </p:cxnSp>
      <p:sp>
        <p:nvSpPr>
          <p:cNvPr id="21" name="文本框 20"/>
          <p:cNvSpPr txBox="1"/>
          <p:nvPr>
            <p:custDataLst>
              <p:tags r:id="rId8"/>
            </p:custDataLst>
          </p:nvPr>
        </p:nvSpPr>
        <p:spPr>
          <a:xfrm>
            <a:off x="2449467" y="1074553"/>
            <a:ext cx="610910" cy="437332"/>
          </a:xfrm>
          <a:prstGeom prst="rect">
            <a:avLst/>
          </a:prstGeom>
          <a:noFill/>
        </p:spPr>
        <p:txBody>
          <a:bodyPr wrap="square">
            <a:normAutofit/>
          </a:bodyPr>
          <a:lstStyle/>
          <a:p>
            <a:pPr algn="ctr"/>
            <a:r>
              <a:rPr lang="en-US" altLang="zh-CN" sz="1350" b="1" spc="300" dirty="0">
                <a:solidFill>
                  <a:schemeClr val="accent1"/>
                </a:solidFill>
                <a:latin typeface="Arial" panose="020B0604020202090204" pitchFamily="34" charset="0"/>
                <a:ea typeface="微软雅黑" charset="-122"/>
              </a:rPr>
              <a:t>01</a:t>
            </a:r>
            <a:endParaRPr lang="en-US" altLang="zh-CN" sz="1350" b="1" spc="300" dirty="0">
              <a:solidFill>
                <a:schemeClr val="accent1"/>
              </a:solidFill>
              <a:latin typeface="Arial" panose="020B0604020202090204" pitchFamily="34" charset="0"/>
              <a:ea typeface="微软雅黑" charset="-122"/>
            </a:endParaRPr>
          </a:p>
        </p:txBody>
      </p:sp>
      <p:sp>
        <p:nvSpPr>
          <p:cNvPr id="24" name="任意多边形: 形状 23"/>
          <p:cNvSpPr/>
          <p:nvPr>
            <p:custDataLst>
              <p:tags r:id="rId9"/>
            </p:custDataLst>
          </p:nvPr>
        </p:nvSpPr>
        <p:spPr>
          <a:xfrm>
            <a:off x="4787910" y="1475065"/>
            <a:ext cx="3223627" cy="3210851"/>
          </a:xfrm>
          <a:custGeom>
            <a:avLst/>
            <a:gdLst>
              <a:gd name="connsiteX0" fmla="*/ 244488 w 3062288"/>
              <a:gd name="connsiteY0" fmla="*/ 0 h 2952750"/>
              <a:gd name="connsiteX1" fmla="*/ 2817800 w 3062288"/>
              <a:gd name="connsiteY1" fmla="*/ 0 h 2952750"/>
              <a:gd name="connsiteX2" fmla="*/ 3062288 w 3062288"/>
              <a:gd name="connsiteY2" fmla="*/ 244488 h 2952750"/>
              <a:gd name="connsiteX3" fmla="*/ 3062288 w 3062288"/>
              <a:gd name="connsiteY3" fmla="*/ 792841 h 2952750"/>
              <a:gd name="connsiteX4" fmla="*/ 3053558 w 3062288"/>
              <a:gd name="connsiteY4" fmla="*/ 795551 h 2952750"/>
              <a:gd name="connsiteX5" fmla="*/ 2940845 w 3062288"/>
              <a:gd name="connsiteY5" fmla="*/ 965595 h 2952750"/>
              <a:gd name="connsiteX6" fmla="*/ 3053558 w 3062288"/>
              <a:gd name="connsiteY6" fmla="*/ 1135640 h 2952750"/>
              <a:gd name="connsiteX7" fmla="*/ 3062288 w 3062288"/>
              <a:gd name="connsiteY7" fmla="*/ 1138349 h 2952750"/>
              <a:gd name="connsiteX8" fmla="*/ 3062288 w 3062288"/>
              <a:gd name="connsiteY8" fmla="*/ 2708262 h 2952750"/>
              <a:gd name="connsiteX9" fmla="*/ 2817800 w 3062288"/>
              <a:gd name="connsiteY9" fmla="*/ 2952750 h 2952750"/>
              <a:gd name="connsiteX10" fmla="*/ 244488 w 3062288"/>
              <a:gd name="connsiteY10" fmla="*/ 2952750 h 2952750"/>
              <a:gd name="connsiteX11" fmla="*/ 0 w 3062288"/>
              <a:gd name="connsiteY11" fmla="*/ 2708262 h 2952750"/>
              <a:gd name="connsiteX12" fmla="*/ 0 w 3062288"/>
              <a:gd name="connsiteY12" fmla="*/ 1138351 h 2952750"/>
              <a:gd name="connsiteX13" fmla="*/ 8731 w 3062288"/>
              <a:gd name="connsiteY13" fmla="*/ 1135640 h 2952750"/>
              <a:gd name="connsiteX14" fmla="*/ 121444 w 3062288"/>
              <a:gd name="connsiteY14" fmla="*/ 965596 h 2952750"/>
              <a:gd name="connsiteX15" fmla="*/ 8731 w 3062288"/>
              <a:gd name="connsiteY15" fmla="*/ 795552 h 2952750"/>
              <a:gd name="connsiteX16" fmla="*/ 0 w 3062288"/>
              <a:gd name="connsiteY16" fmla="*/ 792842 h 2952750"/>
              <a:gd name="connsiteX17" fmla="*/ 0 w 3062288"/>
              <a:gd name="connsiteY17" fmla="*/ 244488 h 2952750"/>
              <a:gd name="connsiteX18" fmla="*/ 244488 w 3062288"/>
              <a:gd name="connsiteY18" fmla="*/ 0 h 29527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3062288" h="2952750">
                <a:moveTo>
                  <a:pt x="244488" y="0"/>
                </a:moveTo>
                <a:lnTo>
                  <a:pt x="2817800" y="0"/>
                </a:lnTo>
                <a:cubicBezTo>
                  <a:pt x="2952827" y="0"/>
                  <a:pt x="3062288" y="109461"/>
                  <a:pt x="3062288" y="244488"/>
                </a:cubicBezTo>
                <a:lnTo>
                  <a:pt x="3062288" y="792841"/>
                </a:lnTo>
                <a:lnTo>
                  <a:pt x="3053558" y="795551"/>
                </a:lnTo>
                <a:cubicBezTo>
                  <a:pt x="2987322" y="823567"/>
                  <a:pt x="2940845" y="889154"/>
                  <a:pt x="2940845" y="965595"/>
                </a:cubicBezTo>
                <a:cubicBezTo>
                  <a:pt x="2940845" y="1042037"/>
                  <a:pt x="2987322" y="1107624"/>
                  <a:pt x="3053558" y="1135640"/>
                </a:cubicBezTo>
                <a:lnTo>
                  <a:pt x="3062288" y="1138349"/>
                </a:lnTo>
                <a:lnTo>
                  <a:pt x="3062288" y="2708262"/>
                </a:lnTo>
                <a:cubicBezTo>
                  <a:pt x="3062288" y="2843289"/>
                  <a:pt x="2952827" y="2952750"/>
                  <a:pt x="2817800" y="2952750"/>
                </a:cubicBezTo>
                <a:lnTo>
                  <a:pt x="244488" y="2952750"/>
                </a:lnTo>
                <a:cubicBezTo>
                  <a:pt x="109461" y="2952750"/>
                  <a:pt x="0" y="2843289"/>
                  <a:pt x="0" y="2708262"/>
                </a:cubicBezTo>
                <a:lnTo>
                  <a:pt x="0" y="1138351"/>
                </a:lnTo>
                <a:lnTo>
                  <a:pt x="8731" y="1135640"/>
                </a:lnTo>
                <a:cubicBezTo>
                  <a:pt x="74968" y="1107625"/>
                  <a:pt x="121444" y="1042038"/>
                  <a:pt x="121444" y="965596"/>
                </a:cubicBezTo>
                <a:cubicBezTo>
                  <a:pt x="121444" y="889155"/>
                  <a:pt x="74968" y="823568"/>
                  <a:pt x="8731" y="795552"/>
                </a:cubicBezTo>
                <a:lnTo>
                  <a:pt x="0" y="792842"/>
                </a:lnTo>
                <a:lnTo>
                  <a:pt x="0" y="244488"/>
                </a:lnTo>
                <a:cubicBezTo>
                  <a:pt x="0" y="109461"/>
                  <a:pt x="109461" y="0"/>
                  <a:pt x="244488"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1350"/>
          </a:p>
        </p:txBody>
      </p:sp>
      <p:sp>
        <p:nvSpPr>
          <p:cNvPr id="25" name="椭圆 24"/>
          <p:cNvSpPr/>
          <p:nvPr>
            <p:custDataLst>
              <p:tags r:id="rId10"/>
            </p:custDataLst>
          </p:nvPr>
        </p:nvSpPr>
        <p:spPr>
          <a:xfrm>
            <a:off x="6043547" y="912244"/>
            <a:ext cx="734897" cy="759694"/>
          </a:xfrm>
          <a:prstGeom prst="ellipse">
            <a:avLst/>
          </a:prstGeom>
          <a:solidFill>
            <a:schemeClr val="bg1"/>
          </a:solidFill>
          <a:ln>
            <a:noFill/>
          </a:ln>
          <a:effectLst>
            <a:outerShdw blurRad="711200" sx="70000" sy="70000" algn="c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26" name="文本框 61"/>
          <p:cNvSpPr txBox="1"/>
          <p:nvPr>
            <p:custDataLst>
              <p:tags r:id="rId11"/>
            </p:custDataLst>
          </p:nvPr>
        </p:nvSpPr>
        <p:spPr>
          <a:xfrm>
            <a:off x="5134318" y="1788410"/>
            <a:ext cx="2533815" cy="575595"/>
          </a:xfrm>
          <a:prstGeom prst="rect">
            <a:avLst/>
          </a:prstGeom>
          <a:noFill/>
        </p:spPr>
        <p:txBody>
          <a:bodyPr wrap="square" rtlCol="0">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lnSpc>
                <a:spcPct val="100000"/>
              </a:lnSpc>
              <a:spcBef>
                <a:spcPts val="0"/>
              </a:spcBef>
              <a:spcAft>
                <a:spcPts val="0"/>
              </a:spcAft>
              <a:buSzPct val="100000"/>
            </a:pPr>
            <a:r>
              <a:rPr lang="en-US" altLang="zh-CN" sz="2600" spc="180">
                <a:solidFill>
                  <a:schemeClr val="lt1"/>
                </a:solidFill>
                <a:latin typeface="Arial" panose="020B0604020202090204" pitchFamily="34" charset="0"/>
                <a:ea typeface="微软雅黑" charset="-122"/>
                <a:sym typeface="+mn-ea"/>
              </a:rPr>
              <a:t>离线新闻推送：</a:t>
            </a:r>
            <a:endParaRPr lang="en-US" altLang="zh-CN" sz="2600" spc="180">
              <a:solidFill>
                <a:schemeClr val="lt1"/>
              </a:solidFill>
              <a:latin typeface="Arial" panose="020B0604020202090204" pitchFamily="34" charset="0"/>
              <a:ea typeface="微软雅黑" charset="-122"/>
              <a:sym typeface="+mn-ea"/>
            </a:endParaRPr>
          </a:p>
        </p:txBody>
      </p:sp>
      <p:sp>
        <p:nvSpPr>
          <p:cNvPr id="27" name="TextBox 21"/>
          <p:cNvSpPr txBox="1"/>
          <p:nvPr>
            <p:custDataLst>
              <p:tags r:id="rId12"/>
            </p:custDataLst>
          </p:nvPr>
        </p:nvSpPr>
        <p:spPr>
          <a:xfrm flipH="1">
            <a:off x="5134318" y="2791567"/>
            <a:ext cx="2533815" cy="1743313"/>
          </a:xfrm>
          <a:prstGeom prst="rect">
            <a:avLst/>
          </a:prstGeom>
          <a:noFill/>
        </p:spPr>
        <p:txBody>
          <a:bodyPr wrap="square" rtlCol="0" anchor="t">
            <a:normAutofit/>
          </a:bodyPr>
          <a:lstStyle/>
          <a:p>
            <a:pPr marL="0" lvl="0" indent="0" algn="l">
              <a:lnSpc>
                <a:spcPct val="120000"/>
              </a:lnSpc>
              <a:spcBef>
                <a:spcPts val="0"/>
              </a:spcBef>
              <a:spcAft>
                <a:spcPts val="800"/>
              </a:spcAft>
              <a:buSzPct val="100000"/>
            </a:pPr>
            <a:r>
              <a:rPr lang="en-US" altLang="zh-CN" sz="1500" spc="80">
                <a:solidFill>
                  <a:schemeClr val="lt1"/>
                </a:solidFill>
                <a:uFillTx/>
                <a:latin typeface="Arial" panose="020B0604020202090204" pitchFamily="34" charset="0"/>
                <a:ea typeface="微软雅黑" charset="-122"/>
                <a:sym typeface="+mn-ea"/>
              </a:rPr>
              <a:t>平台提供了真实世界事件的自然语言描述作为背景信息，供核心用户代理使用，这些事件可能成为社会运动的催化剂。</a:t>
            </a:r>
            <a:endParaRPr lang="en-US" altLang="zh-CN" sz="1500" spc="80">
              <a:solidFill>
                <a:schemeClr val="lt1"/>
              </a:solidFill>
              <a:uFillTx/>
              <a:latin typeface="Arial" panose="020B0604020202090204" pitchFamily="34" charset="0"/>
              <a:ea typeface="微软雅黑" charset="-122"/>
              <a:sym typeface="+mn-ea"/>
            </a:endParaRPr>
          </a:p>
        </p:txBody>
      </p:sp>
      <p:cxnSp>
        <p:nvCxnSpPr>
          <p:cNvPr id="28" name="直接连接符 27"/>
          <p:cNvCxnSpPr/>
          <p:nvPr>
            <p:custDataLst>
              <p:tags r:id="rId13"/>
            </p:custDataLst>
          </p:nvPr>
        </p:nvCxnSpPr>
        <p:spPr>
          <a:xfrm>
            <a:off x="5655059" y="2554115"/>
            <a:ext cx="1493088" cy="0"/>
          </a:xfrm>
          <a:prstGeom prst="line">
            <a:avLst/>
          </a:prstGeom>
          <a:ln w="19050" cap="rnd">
            <a:solidFill>
              <a:schemeClr val="bg1"/>
            </a:solidFill>
            <a:prstDash val="sysDash"/>
            <a:round/>
          </a:ln>
        </p:spPr>
        <p:style>
          <a:lnRef idx="1">
            <a:schemeClr val="accent1"/>
          </a:lnRef>
          <a:fillRef idx="0">
            <a:schemeClr val="accent1"/>
          </a:fillRef>
          <a:effectRef idx="0">
            <a:schemeClr val="accent1"/>
          </a:effectRef>
          <a:fontRef idx="minor">
            <a:schemeClr val="tx1"/>
          </a:fontRef>
        </p:style>
      </p:cxnSp>
      <p:sp>
        <p:nvSpPr>
          <p:cNvPr id="29" name="文本框 28"/>
          <p:cNvSpPr txBox="1"/>
          <p:nvPr>
            <p:custDataLst>
              <p:tags r:id="rId14"/>
            </p:custDataLst>
          </p:nvPr>
        </p:nvSpPr>
        <p:spPr>
          <a:xfrm>
            <a:off x="6105916" y="1074553"/>
            <a:ext cx="610910" cy="437332"/>
          </a:xfrm>
          <a:prstGeom prst="rect">
            <a:avLst/>
          </a:prstGeom>
          <a:noFill/>
        </p:spPr>
        <p:txBody>
          <a:bodyPr wrap="square">
            <a:normAutofit/>
          </a:bodyPr>
          <a:lstStyle/>
          <a:p>
            <a:pPr algn="ctr"/>
            <a:r>
              <a:rPr lang="en-US" altLang="zh-CN" sz="1350" b="1" spc="300" dirty="0">
                <a:solidFill>
                  <a:schemeClr val="accent2">
                    <a:lumMod val="75000"/>
                  </a:schemeClr>
                </a:solidFill>
                <a:latin typeface="Arial" panose="020B0604020202090204" pitchFamily="34" charset="0"/>
                <a:ea typeface="微软雅黑" charset="-122"/>
              </a:rPr>
              <a:t>02</a:t>
            </a:r>
            <a:endParaRPr lang="en-US" altLang="zh-CN" sz="1350" b="1" spc="300" dirty="0">
              <a:solidFill>
                <a:schemeClr val="accent2">
                  <a:lumMod val="75000"/>
                </a:schemeClr>
              </a:solidFill>
              <a:latin typeface="Arial" panose="020B0604020202090204" pitchFamily="34" charset="0"/>
              <a:ea typeface="微软雅黑" charset="-122"/>
            </a:endParaRPr>
          </a:p>
        </p:txBody>
      </p:sp>
    </p:spTree>
    <p:custDataLst>
      <p:tags r:id="rId15"/>
    </p:custData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矩形 9"/>
          <p:cNvSpPr/>
          <p:nvPr userDrawn="1">
            <p:custDataLst>
              <p:tags r:id="rId1"/>
            </p:custDataLst>
          </p:nvPr>
        </p:nvSpPr>
        <p:spPr>
          <a:xfrm>
            <a:off x="0" y="0"/>
            <a:ext cx="9144000" cy="684086"/>
          </a:xfrm>
          <a:prstGeom prst="rect">
            <a:avLst/>
          </a:prstGeom>
          <a:solidFill>
            <a:schemeClr val="dk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lvl="0" algn="ctr"/>
            <a:endParaRPr lang="en-US" altLang="zh-CN" sz="1350">
              <a:solidFill>
                <a:schemeClr val="lt1"/>
              </a:solidFill>
              <a:latin typeface="微软雅黑" charset="-122"/>
              <a:ea typeface="微软雅黑" charset="-122"/>
              <a:sym typeface="+mn-ea"/>
            </a:endParaRPr>
          </a:p>
        </p:txBody>
      </p:sp>
      <p:sp>
        <p:nvSpPr>
          <p:cNvPr id="5" name="文本框 4"/>
          <p:cNvSpPr txBox="1"/>
          <p:nvPr>
            <p:custDataLst>
              <p:tags r:id="rId2"/>
            </p:custDataLst>
          </p:nvPr>
        </p:nvSpPr>
        <p:spPr>
          <a:xfrm>
            <a:off x="342867" y="114301"/>
            <a:ext cx="8458267" cy="457200"/>
          </a:xfrm>
          <a:prstGeom prst="rect">
            <a:avLst/>
          </a:prstGeom>
          <a:noFill/>
        </p:spPr>
        <p:txBody>
          <a:bodyPr wrap="square" lIns="47625" tIns="19050" rIns="47625" bIns="19050" rtlCol="0" anchor="ctr" anchorCtr="0">
            <a:normAutofit fontScale="90000"/>
          </a:bodyPr>
          <a:p>
            <a:pPr marL="0" indent="0" algn="l">
              <a:lnSpc>
                <a:spcPct val="100000"/>
              </a:lnSpc>
              <a:spcBef>
                <a:spcPts val="0"/>
              </a:spcBef>
              <a:spcAft>
                <a:spcPts val="0"/>
              </a:spcAft>
              <a:buSzPct val="100000"/>
              <a:buNone/>
            </a:pPr>
            <a:r>
              <a:rPr lang="zh-CN" altLang="en-US" sz="2800" b="1" spc="120">
                <a:solidFill>
                  <a:schemeClr val="lt1"/>
                </a:solidFill>
                <a:uFillTx/>
                <a:latin typeface="微软雅黑" charset="-122"/>
                <a:ea typeface="微软雅黑" charset="-122"/>
                <a:sym typeface="+mn-ea"/>
              </a:rPr>
              <a:t>实验环境</a:t>
            </a:r>
            <a:endParaRPr lang="zh-CN" altLang="en-US" sz="2800" b="1" spc="120">
              <a:solidFill>
                <a:schemeClr val="lt1"/>
              </a:solidFill>
              <a:uFillTx/>
              <a:latin typeface="微软雅黑" charset="-122"/>
              <a:ea typeface="微软雅黑" charset="-122"/>
              <a:sym typeface="+mn-ea"/>
            </a:endParaRPr>
          </a:p>
        </p:txBody>
      </p:sp>
      <p:sp>
        <p:nvSpPr>
          <p:cNvPr id="2" name="文本框 1"/>
          <p:cNvSpPr txBox="1"/>
          <p:nvPr/>
        </p:nvSpPr>
        <p:spPr>
          <a:xfrm>
            <a:off x="342900" y="927735"/>
            <a:ext cx="8127365" cy="3969385"/>
          </a:xfrm>
          <a:prstGeom prst="rect">
            <a:avLst/>
          </a:prstGeom>
          <a:noFill/>
        </p:spPr>
        <p:txBody>
          <a:bodyPr wrap="square" rtlCol="0">
            <a:spAutoFit/>
          </a:bodyPr>
          <a:p>
            <a:pPr indent="0">
              <a:buFont typeface="Arial" panose="020B0604020202090204" pitchFamily="34" charset="0"/>
              <a:buNone/>
            </a:pPr>
            <a:r>
              <a:rPr lang="en-US" altLang="zh-CN">
                <a:latin typeface="微软雅黑" charset="0"/>
                <a:ea typeface="微软雅黑" charset="0"/>
                <a:sym typeface="+mn-ea"/>
              </a:rPr>
              <a:t>为了便于对模拟结果进行定量评估，作者将模拟抽象化为具体的任务</a:t>
            </a:r>
            <a:r>
              <a:rPr lang="zh-CN" altLang="en-US">
                <a:latin typeface="微软雅黑" charset="0"/>
                <a:ea typeface="微软雅黑" charset="0"/>
                <a:sym typeface="+mn-ea"/>
              </a:rPr>
              <a:t>：</a:t>
            </a:r>
            <a:endParaRPr lang="zh-CN" altLang="en-US">
              <a:latin typeface="微软雅黑" charset="0"/>
              <a:ea typeface="微软雅黑" charset="0"/>
              <a:sym typeface="+mn-ea"/>
            </a:endParaRPr>
          </a:p>
          <a:p>
            <a:pPr marL="285750" indent="-285750">
              <a:buFont typeface="Arial" panose="020B0604020202090204" pitchFamily="34" charset="0"/>
              <a:buChar char="•"/>
            </a:pPr>
            <a:r>
              <a:rPr lang="en-US" altLang="zh-CN">
                <a:latin typeface="微软雅黑" charset="0"/>
                <a:ea typeface="微软雅黑" charset="0"/>
                <a:sym typeface="+mn-ea"/>
              </a:rPr>
              <a:t>A</a:t>
            </a:r>
            <a:r>
              <a:rPr lang="zh-CN" altLang="en-US">
                <a:latin typeface="微软雅黑" charset="0"/>
                <a:ea typeface="微软雅黑" charset="0"/>
                <a:sym typeface="+mn-ea"/>
              </a:rPr>
              <a:t> group of users</a:t>
            </a:r>
            <a:endParaRPr lang="zh-CN" altLang="en-US">
              <a:latin typeface="微软雅黑" charset="0"/>
              <a:ea typeface="微软雅黑" charset="0"/>
              <a:sym typeface="+mn-ea"/>
            </a:endParaRPr>
          </a:p>
          <a:p>
            <a:pPr marL="285750" indent="-285750">
              <a:buFont typeface="Arial" panose="020B0604020202090204" pitchFamily="34" charset="0"/>
              <a:buChar char="•"/>
            </a:pPr>
            <a:r>
              <a:rPr lang="en-US" altLang="zh-CN">
                <a:latin typeface="微软雅黑" charset="0"/>
                <a:ea typeface="微软雅黑" charset="0"/>
                <a:sym typeface="+mn-ea"/>
              </a:rPr>
              <a:t>E</a:t>
            </a:r>
            <a:r>
              <a:rPr lang="zh-CN" altLang="en-US">
                <a:latin typeface="微软雅黑" charset="0"/>
                <a:ea typeface="微软雅黑" charset="0"/>
                <a:sym typeface="+mn-ea"/>
              </a:rPr>
              <a:t>ach of whom participates in an</a:t>
            </a:r>
            <a:r>
              <a:rPr lang="en-US" altLang="zh-CN">
                <a:latin typeface="微软雅黑" charset="0"/>
                <a:ea typeface="微软雅黑" charset="0"/>
                <a:sym typeface="+mn-ea"/>
              </a:rPr>
              <a:t> </a:t>
            </a:r>
            <a:r>
              <a:rPr lang="zh-CN" altLang="en-US">
                <a:latin typeface="微软雅黑" charset="0"/>
                <a:ea typeface="微软雅黑" charset="0"/>
                <a:sym typeface="+mn-ea"/>
              </a:rPr>
              <a:t>online social movement and has an attitude on the</a:t>
            </a:r>
            <a:r>
              <a:rPr lang="en-US" altLang="zh-CN">
                <a:latin typeface="微软雅黑" charset="0"/>
                <a:ea typeface="微软雅黑" charset="0"/>
                <a:sym typeface="+mn-ea"/>
              </a:rPr>
              <a:t> </a:t>
            </a:r>
            <a:r>
              <a:rPr lang="zh-CN" altLang="en-US">
                <a:latin typeface="微软雅黑" charset="0"/>
                <a:ea typeface="微软雅黑" charset="0"/>
                <a:sym typeface="+mn-ea"/>
              </a:rPr>
              <a:t>specific topic</a:t>
            </a:r>
            <a:endParaRPr lang="zh-CN" altLang="en-US">
              <a:latin typeface="微软雅黑" charset="0"/>
              <a:ea typeface="微软雅黑" charset="0"/>
              <a:sym typeface="+mn-ea"/>
            </a:endParaRPr>
          </a:p>
          <a:p>
            <a:pPr marL="285750" indent="-285750">
              <a:buFont typeface="Arial" panose="020B0604020202090204" pitchFamily="34" charset="0"/>
              <a:buChar char="•"/>
            </a:pPr>
            <a:r>
              <a:rPr lang="zh-CN" altLang="en-US">
                <a:latin typeface="微软雅黑" charset="0"/>
                <a:ea typeface="微软雅黑" charset="0"/>
                <a:sym typeface="+mn-ea"/>
              </a:rPr>
              <a:t>The attitudes evolve through social</a:t>
            </a:r>
            <a:r>
              <a:rPr lang="en-US" altLang="zh-CN">
                <a:latin typeface="微软雅黑" charset="0"/>
                <a:ea typeface="微软雅黑" charset="0"/>
                <a:sym typeface="+mn-ea"/>
              </a:rPr>
              <a:t> </a:t>
            </a:r>
            <a:r>
              <a:rPr lang="zh-CN" altLang="en-US">
                <a:latin typeface="微软雅黑" charset="0"/>
                <a:ea typeface="微软雅黑" charset="0"/>
                <a:sym typeface="+mn-ea"/>
              </a:rPr>
              <a:t>interaction</a:t>
            </a:r>
            <a:endParaRPr lang="zh-CN" altLang="en-US">
              <a:latin typeface="微软雅黑" charset="0"/>
              <a:ea typeface="微软雅黑" charset="0"/>
              <a:sym typeface="+mn-ea"/>
            </a:endParaRPr>
          </a:p>
          <a:p>
            <a:pPr marL="285750" indent="-285750">
              <a:buFont typeface="Arial" panose="020B0604020202090204" pitchFamily="34" charset="0"/>
              <a:buChar char="•"/>
            </a:pPr>
            <a:r>
              <a:rPr lang="zh-CN" altLang="en-US">
                <a:latin typeface="微软雅黑" charset="0"/>
                <a:ea typeface="微软雅黑" charset="0"/>
                <a:sym typeface="+mn-ea"/>
              </a:rPr>
              <a:t>For each user,</a:t>
            </a:r>
            <a:r>
              <a:rPr lang="en-US" altLang="zh-CN">
                <a:latin typeface="微软雅黑" charset="0"/>
                <a:ea typeface="微软雅黑" charset="0"/>
                <a:sym typeface="+mn-ea"/>
              </a:rPr>
              <a:t> </a:t>
            </a:r>
            <a:r>
              <a:rPr lang="zh-CN" altLang="en-US">
                <a:latin typeface="微软雅黑" charset="0"/>
                <a:ea typeface="微软雅黑" charset="0"/>
                <a:sym typeface="+mn-ea"/>
              </a:rPr>
              <a:t>we</a:t>
            </a:r>
            <a:r>
              <a:rPr lang="en-US" altLang="zh-CN">
                <a:latin typeface="微软雅黑" charset="0"/>
                <a:ea typeface="微软雅黑" charset="0"/>
                <a:sym typeface="+mn-ea"/>
              </a:rPr>
              <a:t> </a:t>
            </a:r>
            <a:r>
              <a:rPr lang="zh-CN" altLang="en-US">
                <a:latin typeface="微软雅黑" charset="0"/>
                <a:ea typeface="微软雅黑" charset="0"/>
                <a:sym typeface="+mn-ea"/>
              </a:rPr>
              <a:t>instantiate the corresponding agent with the users</a:t>
            </a:r>
            <a:r>
              <a:rPr lang="en-US" altLang="zh-CN">
                <a:latin typeface="微软雅黑" charset="0"/>
                <a:ea typeface="微软雅黑" charset="0"/>
                <a:sym typeface="+mn-ea"/>
              </a:rPr>
              <a:t> </a:t>
            </a:r>
            <a:r>
              <a:rPr lang="zh-CN" altLang="en-US">
                <a:latin typeface="微软雅黑" charset="0"/>
                <a:ea typeface="微软雅黑" charset="0"/>
                <a:sym typeface="+mn-ea"/>
              </a:rPr>
              <a:t>initial attitude and available profile</a:t>
            </a:r>
            <a:endParaRPr lang="zh-CN" altLang="en-US">
              <a:latin typeface="微软雅黑" charset="0"/>
              <a:ea typeface="微软雅黑" charset="0"/>
              <a:sym typeface="+mn-ea"/>
            </a:endParaRPr>
          </a:p>
          <a:p>
            <a:pPr marL="742950" lvl="1" indent="-285750">
              <a:buFont typeface="Arial" panose="020B0604020202090204" pitchFamily="34" charset="0"/>
              <a:buChar char="•"/>
            </a:pPr>
            <a:r>
              <a:rPr lang="en-US" altLang="zh-CN">
                <a:latin typeface="微软雅黑" charset="0"/>
                <a:ea typeface="微软雅黑" charset="0"/>
                <a:sym typeface="+mn-ea"/>
              </a:rPr>
              <a:t>S</a:t>
            </a:r>
            <a:r>
              <a:rPr lang="zh-CN" altLang="en-US">
                <a:latin typeface="微软雅黑" charset="0"/>
                <a:ea typeface="微软雅黑" charset="0"/>
                <a:sym typeface="+mn-ea"/>
              </a:rPr>
              <a:t>imulate the behaviors of each core user at</a:t>
            </a:r>
            <a:r>
              <a:rPr lang="en-US" altLang="zh-CN">
                <a:latin typeface="微软雅黑" charset="0"/>
                <a:ea typeface="微软雅黑" charset="0"/>
                <a:sym typeface="+mn-ea"/>
              </a:rPr>
              <a:t> </a:t>
            </a:r>
            <a:r>
              <a:rPr lang="zh-CN" altLang="en-US">
                <a:latin typeface="微软雅黑" charset="0"/>
                <a:ea typeface="微软雅黑" charset="0"/>
                <a:sym typeface="+mn-ea"/>
              </a:rPr>
              <a:t>the micro level given a certain context</a:t>
            </a:r>
            <a:endParaRPr lang="zh-CN" altLang="en-US">
              <a:latin typeface="微软雅黑" charset="0"/>
              <a:ea typeface="微软雅黑" charset="0"/>
              <a:sym typeface="+mn-ea"/>
            </a:endParaRPr>
          </a:p>
          <a:p>
            <a:pPr marL="742950" lvl="1" indent="-285750">
              <a:buFont typeface="Arial" panose="020B0604020202090204" pitchFamily="34" charset="0"/>
              <a:buChar char="•"/>
            </a:pPr>
            <a:r>
              <a:rPr lang="en-US" altLang="zh-CN">
                <a:latin typeface="微软雅黑" charset="0"/>
                <a:ea typeface="微软雅黑" charset="0"/>
                <a:sym typeface="+mn-ea"/>
              </a:rPr>
              <a:t>S</a:t>
            </a:r>
            <a:r>
              <a:rPr lang="zh-CN" altLang="en-US">
                <a:latin typeface="微软雅黑" charset="0"/>
                <a:ea typeface="微软雅黑" charset="0"/>
                <a:sym typeface="+mn-ea"/>
              </a:rPr>
              <a:t>imulate</a:t>
            </a:r>
            <a:r>
              <a:rPr lang="en-US" altLang="zh-CN">
                <a:latin typeface="微软雅黑" charset="0"/>
                <a:ea typeface="微软雅黑" charset="0"/>
                <a:sym typeface="+mn-ea"/>
              </a:rPr>
              <a:t> </a:t>
            </a:r>
            <a:r>
              <a:rPr lang="zh-CN" altLang="en-US">
                <a:latin typeface="微软雅黑" charset="0"/>
                <a:ea typeface="微软雅黑" charset="0"/>
                <a:sym typeface="+mn-ea"/>
              </a:rPr>
              <a:t>continuously to calculate the systemic outcomes</a:t>
            </a:r>
            <a:r>
              <a:rPr lang="en-US" altLang="zh-CN">
                <a:latin typeface="微软雅黑" charset="0"/>
                <a:ea typeface="微软雅黑" charset="0"/>
                <a:sym typeface="+mn-ea"/>
              </a:rPr>
              <a:t> </a:t>
            </a:r>
            <a:r>
              <a:rPr lang="zh-CN" altLang="en-US">
                <a:latin typeface="微软雅黑" charset="0"/>
                <a:ea typeface="微软雅黑" charset="0"/>
                <a:sym typeface="+mn-ea"/>
              </a:rPr>
              <a:t>resulting from user interactions at the macro level,</a:t>
            </a:r>
            <a:r>
              <a:rPr lang="en-US" altLang="zh-CN">
                <a:latin typeface="微软雅黑" charset="0"/>
                <a:ea typeface="微软雅黑" charset="0"/>
                <a:sym typeface="+mn-ea"/>
              </a:rPr>
              <a:t> </a:t>
            </a:r>
            <a:r>
              <a:rPr lang="zh-CN" altLang="en-US">
                <a:latin typeface="微软雅黑" charset="0"/>
                <a:ea typeface="微软雅黑" charset="0"/>
                <a:sym typeface="+mn-ea"/>
              </a:rPr>
              <a:t>namely the attitude distribution and change</a:t>
            </a:r>
            <a:r>
              <a:rPr lang="en-US" altLang="zh-CN">
                <a:latin typeface="微软雅黑" charset="0"/>
                <a:ea typeface="微软雅黑" charset="0"/>
                <a:sym typeface="+mn-ea"/>
              </a:rPr>
              <a:t>s</a:t>
            </a:r>
            <a:endParaRPr lang="zh-CN" altLang="en-US">
              <a:latin typeface="微软雅黑" charset="0"/>
              <a:ea typeface="微软雅黑" charset="0"/>
              <a:sym typeface="+mn-ea"/>
            </a:endParaRPr>
          </a:p>
          <a:p>
            <a:pPr marL="285750" indent="-285750">
              <a:buFont typeface="Arial" panose="020B0604020202090204" pitchFamily="34" charset="0"/>
              <a:buChar char="•"/>
            </a:pPr>
            <a:endParaRPr lang="zh-CN" altLang="en-US">
              <a:latin typeface="微软雅黑" charset="0"/>
              <a:ea typeface="微软雅黑" charset="0"/>
              <a:sym typeface="+mn-ea"/>
            </a:endParaRPr>
          </a:p>
          <a:p>
            <a:pPr marL="285750" indent="-285750">
              <a:buFont typeface="Arial" panose="020B0604020202090204" pitchFamily="34" charset="0"/>
              <a:buChar char="•"/>
            </a:pPr>
            <a:endParaRPr lang="zh-CN" altLang="en-US">
              <a:latin typeface="微软雅黑" charset="0"/>
              <a:ea typeface="微软雅黑" charset="0"/>
              <a:sym typeface="+mn-ea"/>
            </a:endParaRPr>
          </a:p>
        </p:txBody>
      </p:sp>
    </p:spTree>
    <p:custDataLst>
      <p:tags r:id="rId3"/>
    </p:custData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矩形 2"/>
          <p:cNvSpPr/>
          <p:nvPr userDrawn="1">
            <p:custDataLst>
              <p:tags r:id="rId1"/>
            </p:custDataLst>
          </p:nvPr>
        </p:nvSpPr>
        <p:spPr>
          <a:xfrm>
            <a:off x="0" y="0"/>
            <a:ext cx="9144000" cy="684086"/>
          </a:xfrm>
          <a:prstGeom prst="rect">
            <a:avLst/>
          </a:prstGeom>
          <a:solidFill>
            <a:schemeClr val="dk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lvl="0" algn="ctr"/>
            <a:endParaRPr lang="en-US" altLang="zh-CN" sz="1350">
              <a:solidFill>
                <a:schemeClr val="lt1"/>
              </a:solidFill>
              <a:latin typeface="微软雅黑" charset="-122"/>
              <a:ea typeface="微软雅黑" charset="-122"/>
              <a:sym typeface="+mn-ea"/>
            </a:endParaRPr>
          </a:p>
        </p:txBody>
      </p:sp>
      <p:sp>
        <p:nvSpPr>
          <p:cNvPr id="4" name="文本框 3"/>
          <p:cNvSpPr txBox="1"/>
          <p:nvPr>
            <p:custDataLst>
              <p:tags r:id="rId2"/>
            </p:custDataLst>
          </p:nvPr>
        </p:nvSpPr>
        <p:spPr>
          <a:xfrm>
            <a:off x="342867" y="114301"/>
            <a:ext cx="8458267" cy="457200"/>
          </a:xfrm>
          <a:prstGeom prst="rect">
            <a:avLst/>
          </a:prstGeom>
          <a:noFill/>
        </p:spPr>
        <p:txBody>
          <a:bodyPr wrap="square" lIns="47625" tIns="19050" rIns="47625" bIns="19050" rtlCol="0" anchor="ctr" anchorCtr="0">
            <a:normAutofit fontScale="90000"/>
          </a:bodyPr>
          <a:p>
            <a:pPr marL="0" indent="0" algn="l">
              <a:lnSpc>
                <a:spcPct val="100000"/>
              </a:lnSpc>
              <a:spcBef>
                <a:spcPts val="0"/>
              </a:spcBef>
              <a:spcAft>
                <a:spcPts val="0"/>
              </a:spcAft>
              <a:buSzPct val="100000"/>
              <a:buNone/>
            </a:pPr>
            <a:r>
              <a:rPr lang="zh-CN" altLang="en-US" sz="2800" b="1" spc="120">
                <a:solidFill>
                  <a:schemeClr val="lt1"/>
                </a:solidFill>
                <a:uFillTx/>
                <a:latin typeface="微软雅黑" charset="-122"/>
                <a:ea typeface="微软雅黑" charset="-122"/>
                <a:sym typeface="+mn-ea"/>
              </a:rPr>
              <a:t>执行过程</a:t>
            </a:r>
            <a:endParaRPr lang="zh-CN" altLang="en-US" sz="2800" b="1" spc="120">
              <a:solidFill>
                <a:schemeClr val="lt1"/>
              </a:solidFill>
              <a:uFillTx/>
              <a:latin typeface="微软雅黑" charset="-122"/>
              <a:ea typeface="微软雅黑" charset="-122"/>
              <a:sym typeface="+mn-ea"/>
            </a:endParaRPr>
          </a:p>
        </p:txBody>
      </p:sp>
      <p:sp>
        <p:nvSpPr>
          <p:cNvPr id="32" name="圆角矩形 24"/>
          <p:cNvSpPr/>
          <p:nvPr>
            <p:custDataLst>
              <p:tags r:id="rId3"/>
            </p:custDataLst>
          </p:nvPr>
        </p:nvSpPr>
        <p:spPr>
          <a:xfrm>
            <a:off x="456931" y="1299827"/>
            <a:ext cx="1817485" cy="2998721"/>
          </a:xfrm>
          <a:prstGeom prst="roundRect">
            <a:avLst/>
          </a:prstGeom>
          <a:ln>
            <a:noFill/>
          </a:ln>
          <a:effectLst>
            <a:outerShdw blurRad="292100" dist="114300" dir="9000000" sx="102000" sy="102000" algn="l" rotWithShape="0">
              <a:schemeClr val="accent1">
                <a:lumMod val="7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350"/>
          </a:p>
        </p:txBody>
      </p:sp>
      <p:sp>
        <p:nvSpPr>
          <p:cNvPr id="33" name="文本框 32"/>
          <p:cNvSpPr txBox="1"/>
          <p:nvPr>
            <p:custDataLst>
              <p:tags r:id="rId4"/>
            </p:custDataLst>
          </p:nvPr>
        </p:nvSpPr>
        <p:spPr>
          <a:xfrm>
            <a:off x="605475" y="1917279"/>
            <a:ext cx="1521044" cy="2235554"/>
          </a:xfrm>
          <a:prstGeom prst="rect">
            <a:avLst/>
          </a:prstGeom>
          <a:noFill/>
        </p:spPr>
        <p:txBody>
          <a:bodyPr wrap="square" rtlCol="0" anchor="t" anchorCtr="0">
            <a:normAutofit/>
          </a:bodyPr>
          <a:p>
            <a:pPr marL="0" lvl="0" indent="0" algn="l">
              <a:lnSpc>
                <a:spcPct val="120000"/>
              </a:lnSpc>
              <a:spcBef>
                <a:spcPts val="0"/>
              </a:spcBef>
              <a:spcAft>
                <a:spcPts val="800"/>
              </a:spcAft>
              <a:buSzPct val="100000"/>
            </a:pPr>
            <a:r>
              <a:rPr lang="zh-CN" altLang="en-US" sz="1300" spc="60">
                <a:solidFill>
                  <a:schemeClr val="lt1"/>
                </a:solidFill>
                <a:uFillTx/>
                <a:latin typeface="Arial" panose="020B0604020202090204" pitchFamily="34" charset="0"/>
                <a:ea typeface="微软雅黑" charset="-122"/>
                <a:sym typeface="+mn-ea"/>
              </a:rPr>
              <a:t>模拟器以轮次方式运行，在每一轮中，核心用户的代理会自主思考并决定采取何种行动。</a:t>
            </a:r>
            <a:endParaRPr lang="zh-CN" altLang="en-US" sz="1300" spc="60">
              <a:solidFill>
                <a:schemeClr val="lt1"/>
              </a:solidFill>
              <a:uFillTx/>
              <a:latin typeface="Arial" panose="020B0604020202090204" pitchFamily="34" charset="0"/>
              <a:ea typeface="微软雅黑" charset="-122"/>
              <a:sym typeface="+mn-ea"/>
            </a:endParaRPr>
          </a:p>
        </p:txBody>
      </p:sp>
      <p:sp>
        <p:nvSpPr>
          <p:cNvPr id="34" name="文本框 33"/>
          <p:cNvSpPr txBox="1"/>
          <p:nvPr>
            <p:custDataLst>
              <p:tags r:id="rId5"/>
            </p:custDataLst>
          </p:nvPr>
        </p:nvSpPr>
        <p:spPr>
          <a:xfrm>
            <a:off x="561975" y="1518285"/>
            <a:ext cx="1384935" cy="350520"/>
          </a:xfrm>
          <a:prstGeom prst="rect">
            <a:avLst/>
          </a:prstGeom>
          <a:noFill/>
        </p:spPr>
        <p:txBody>
          <a:bodyPr wrap="square" rtlCol="0" anchor="ctr" anchorCtr="0">
            <a:normAutofit/>
          </a:bodyPr>
          <a:p>
            <a:pPr lvl="0" algn="ctr">
              <a:buClrTx/>
              <a:buSzTx/>
              <a:buFontTx/>
            </a:pPr>
            <a:r>
              <a:rPr lang="en-US" altLang="zh-CN" sz="1200" b="1">
                <a:solidFill>
                  <a:schemeClr val="bg1"/>
                </a:solidFill>
                <a:latin typeface="微软雅黑" charset="0"/>
                <a:ea typeface="微软雅黑" charset="0"/>
                <a:cs typeface="微软雅黑" charset="0"/>
                <a:sym typeface="+mn-ea"/>
              </a:rPr>
              <a:t>01</a:t>
            </a:r>
            <a:r>
              <a:rPr lang="en-US" altLang="zh-CN" sz="1200" b="1">
                <a:solidFill>
                  <a:schemeClr val="bg1"/>
                </a:solidFill>
                <a:latin typeface="微软雅黑" charset="0"/>
                <a:ea typeface="微软雅黑" charset="0"/>
                <a:cs typeface="微软雅黑" charset="0"/>
                <a:sym typeface="+mn-ea"/>
              </a:rPr>
              <a:t>模拟过程：</a:t>
            </a:r>
            <a:endParaRPr lang="en-US" altLang="zh-CN" sz="1200" b="1">
              <a:solidFill>
                <a:schemeClr val="bg1"/>
              </a:solidFill>
              <a:latin typeface="微软雅黑" charset="0"/>
              <a:ea typeface="微软雅黑" charset="0"/>
              <a:cs typeface="微软雅黑" charset="0"/>
              <a:sym typeface="+mn-ea"/>
            </a:endParaRPr>
          </a:p>
        </p:txBody>
      </p:sp>
      <p:sp>
        <p:nvSpPr>
          <p:cNvPr id="45" name="椭圆 44"/>
          <p:cNvSpPr/>
          <p:nvPr>
            <p:custDataLst>
              <p:tags r:id="rId6"/>
            </p:custDataLst>
          </p:nvPr>
        </p:nvSpPr>
        <p:spPr>
          <a:xfrm>
            <a:off x="1947229" y="1468761"/>
            <a:ext cx="180584" cy="180584"/>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350"/>
          </a:p>
        </p:txBody>
      </p:sp>
      <p:sp>
        <p:nvSpPr>
          <p:cNvPr id="35" name="圆角矩形 59"/>
          <p:cNvSpPr/>
          <p:nvPr>
            <p:custDataLst>
              <p:tags r:id="rId7"/>
            </p:custDataLst>
          </p:nvPr>
        </p:nvSpPr>
        <p:spPr>
          <a:xfrm>
            <a:off x="3173601" y="1299827"/>
            <a:ext cx="1817485" cy="2998721"/>
          </a:xfrm>
          <a:prstGeom prst="roundRect">
            <a:avLst/>
          </a:prstGeom>
          <a:solidFill>
            <a:schemeClr val="tx1">
              <a:lumMod val="75000"/>
              <a:lumOff val="25000"/>
            </a:schemeClr>
          </a:solidFill>
          <a:ln>
            <a:noFill/>
          </a:ln>
          <a:effectLst>
            <a:outerShdw blurRad="292100" dist="114300" dir="9000000" sx="102000" sy="102000" algn="l" rotWithShape="0">
              <a:schemeClr val="tx1">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350"/>
          </a:p>
        </p:txBody>
      </p:sp>
      <p:sp>
        <p:nvSpPr>
          <p:cNvPr id="36" name="文本框 35"/>
          <p:cNvSpPr txBox="1"/>
          <p:nvPr>
            <p:custDataLst>
              <p:tags r:id="rId8"/>
            </p:custDataLst>
          </p:nvPr>
        </p:nvSpPr>
        <p:spPr>
          <a:xfrm>
            <a:off x="3274060" y="1868805"/>
            <a:ext cx="1632585" cy="2235835"/>
          </a:xfrm>
          <a:prstGeom prst="rect">
            <a:avLst/>
          </a:prstGeom>
          <a:noFill/>
        </p:spPr>
        <p:txBody>
          <a:bodyPr wrap="square" rtlCol="0" anchor="t" anchorCtr="0"/>
          <a:p>
            <a:pPr marL="0" lvl="0" indent="0" algn="l">
              <a:lnSpc>
                <a:spcPct val="120000"/>
              </a:lnSpc>
              <a:spcBef>
                <a:spcPts val="0"/>
              </a:spcBef>
              <a:spcAft>
                <a:spcPts val="800"/>
              </a:spcAft>
              <a:buSzPct val="100000"/>
            </a:pPr>
            <a:r>
              <a:rPr lang="zh-CN" altLang="en-US" sz="1000" spc="60">
                <a:solidFill>
                  <a:schemeClr val="bg1"/>
                </a:solidFill>
                <a:uFillTx/>
                <a:latin typeface="Arial" panose="020B0604020202090204" pitchFamily="34" charset="0"/>
                <a:ea typeface="微软雅黑" charset="-122"/>
                <a:sym typeface="+mn-ea"/>
              </a:rPr>
              <a:t>(1) 代理自身的档案或描述；</a:t>
            </a:r>
            <a:endParaRPr lang="zh-CN" altLang="en-US" sz="1000" spc="60">
              <a:solidFill>
                <a:schemeClr val="bg1"/>
              </a:solidFill>
              <a:uFillTx/>
              <a:latin typeface="Arial" panose="020B0604020202090204" pitchFamily="34" charset="0"/>
              <a:ea typeface="微软雅黑" charset="-122"/>
              <a:sym typeface="+mn-ea"/>
            </a:endParaRPr>
          </a:p>
          <a:p>
            <a:pPr marL="0" lvl="0" indent="0" algn="l">
              <a:lnSpc>
                <a:spcPct val="120000"/>
              </a:lnSpc>
              <a:spcBef>
                <a:spcPts val="0"/>
              </a:spcBef>
              <a:spcAft>
                <a:spcPts val="800"/>
              </a:spcAft>
              <a:buSzPct val="100000"/>
            </a:pPr>
            <a:r>
              <a:rPr lang="zh-CN" altLang="en-US" sz="1000" spc="60">
                <a:solidFill>
                  <a:schemeClr val="bg1"/>
                </a:solidFill>
                <a:uFillTx/>
                <a:latin typeface="Arial" panose="020B0604020202090204" pitchFamily="34" charset="0"/>
                <a:ea typeface="微软雅黑" charset="-122"/>
                <a:sym typeface="+mn-ea"/>
              </a:rPr>
              <a:t>(2) 代理的记忆；</a:t>
            </a:r>
            <a:endParaRPr lang="zh-CN" altLang="en-US" sz="1000" spc="60">
              <a:solidFill>
                <a:schemeClr val="bg1"/>
              </a:solidFill>
              <a:uFillTx/>
              <a:latin typeface="Arial" panose="020B0604020202090204" pitchFamily="34" charset="0"/>
              <a:ea typeface="微软雅黑" charset="-122"/>
              <a:sym typeface="+mn-ea"/>
            </a:endParaRPr>
          </a:p>
          <a:p>
            <a:pPr marL="0" lvl="0" indent="0" algn="l">
              <a:lnSpc>
                <a:spcPct val="120000"/>
              </a:lnSpc>
              <a:spcBef>
                <a:spcPts val="0"/>
              </a:spcBef>
              <a:spcAft>
                <a:spcPts val="800"/>
              </a:spcAft>
              <a:buSzPct val="100000"/>
            </a:pPr>
            <a:r>
              <a:rPr lang="zh-CN" altLang="en-US" sz="1000" spc="60">
                <a:solidFill>
                  <a:schemeClr val="bg1"/>
                </a:solidFill>
                <a:uFillTx/>
                <a:latin typeface="Arial" panose="020B0604020202090204" pitchFamily="34" charset="0"/>
                <a:ea typeface="微软雅黑" charset="-122"/>
                <a:sym typeface="+mn-ea"/>
              </a:rPr>
              <a:t>(3) 如果有事件发生，相关的触发性离线新闻；</a:t>
            </a:r>
            <a:endParaRPr lang="zh-CN" altLang="en-US" sz="1000" spc="60">
              <a:solidFill>
                <a:schemeClr val="bg1"/>
              </a:solidFill>
              <a:uFillTx/>
              <a:latin typeface="Arial" panose="020B0604020202090204" pitchFamily="34" charset="0"/>
              <a:ea typeface="微软雅黑" charset="-122"/>
              <a:sym typeface="+mn-ea"/>
            </a:endParaRPr>
          </a:p>
          <a:p>
            <a:pPr marL="0" lvl="0" indent="0" algn="l">
              <a:lnSpc>
                <a:spcPct val="120000"/>
              </a:lnSpc>
              <a:spcBef>
                <a:spcPts val="0"/>
              </a:spcBef>
              <a:spcAft>
                <a:spcPts val="800"/>
              </a:spcAft>
              <a:buSzPct val="100000"/>
            </a:pPr>
            <a:r>
              <a:rPr lang="zh-CN" altLang="en-US" sz="1000" spc="60">
                <a:solidFill>
                  <a:schemeClr val="bg1"/>
                </a:solidFill>
                <a:uFillTx/>
                <a:latin typeface="Arial" panose="020B0604020202090204" pitchFamily="34" charset="0"/>
                <a:ea typeface="微软雅黑" charset="-122"/>
                <a:sym typeface="+mn-ea"/>
              </a:rPr>
              <a:t>(4) 代理可见的推文页面；</a:t>
            </a:r>
            <a:endParaRPr lang="zh-CN" altLang="en-US" sz="1000" spc="60">
              <a:solidFill>
                <a:schemeClr val="bg1"/>
              </a:solidFill>
              <a:uFillTx/>
              <a:latin typeface="Arial" panose="020B0604020202090204" pitchFamily="34" charset="0"/>
              <a:ea typeface="微软雅黑" charset="-122"/>
              <a:sym typeface="+mn-ea"/>
            </a:endParaRPr>
          </a:p>
          <a:p>
            <a:pPr marL="0" lvl="0" indent="0" algn="l">
              <a:lnSpc>
                <a:spcPct val="120000"/>
              </a:lnSpc>
              <a:spcBef>
                <a:spcPts val="0"/>
              </a:spcBef>
              <a:spcAft>
                <a:spcPts val="800"/>
              </a:spcAft>
              <a:buSzPct val="100000"/>
            </a:pPr>
            <a:r>
              <a:rPr lang="zh-CN" altLang="en-US" sz="1000" spc="60">
                <a:solidFill>
                  <a:schemeClr val="bg1"/>
                </a:solidFill>
                <a:uFillTx/>
                <a:latin typeface="Arial" panose="020B0604020202090204" pitchFamily="34" charset="0"/>
                <a:ea typeface="微软雅黑" charset="-122"/>
                <a:sym typeface="+mn-ea"/>
              </a:rPr>
              <a:t>(5) 包含对代理回复的通知。</a:t>
            </a:r>
            <a:endParaRPr lang="zh-CN" altLang="en-US" sz="1000" spc="60">
              <a:solidFill>
                <a:schemeClr val="bg1"/>
              </a:solidFill>
              <a:uFillTx/>
              <a:latin typeface="Arial" panose="020B0604020202090204" pitchFamily="34" charset="0"/>
              <a:ea typeface="微软雅黑" charset="-122"/>
              <a:sym typeface="+mn-ea"/>
            </a:endParaRPr>
          </a:p>
        </p:txBody>
      </p:sp>
      <p:sp>
        <p:nvSpPr>
          <p:cNvPr id="46" name="椭圆 45"/>
          <p:cNvSpPr/>
          <p:nvPr>
            <p:custDataLst>
              <p:tags r:id="rId9"/>
            </p:custDataLst>
          </p:nvPr>
        </p:nvSpPr>
        <p:spPr>
          <a:xfrm>
            <a:off x="4648366" y="1468761"/>
            <a:ext cx="180584" cy="180584"/>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350"/>
          </a:p>
        </p:txBody>
      </p:sp>
      <p:sp>
        <p:nvSpPr>
          <p:cNvPr id="51" name="文本框 50"/>
          <p:cNvSpPr txBox="1"/>
          <p:nvPr>
            <p:custDataLst>
              <p:tags r:id="rId10"/>
            </p:custDataLst>
          </p:nvPr>
        </p:nvSpPr>
        <p:spPr>
          <a:xfrm>
            <a:off x="3274060" y="1518285"/>
            <a:ext cx="1384935" cy="340360"/>
          </a:xfrm>
          <a:prstGeom prst="rect">
            <a:avLst/>
          </a:prstGeom>
          <a:noFill/>
        </p:spPr>
        <p:txBody>
          <a:bodyPr wrap="square" rtlCol="0" anchor="ctr" anchorCtr="0">
            <a:normAutofit/>
          </a:bodyPr>
          <a:p>
            <a:pPr algn="ctr"/>
            <a:r>
              <a:rPr lang="en-US" altLang="zh-CN" sz="1200" b="1">
                <a:solidFill>
                  <a:schemeClr val="bg1"/>
                </a:solidFill>
                <a:latin typeface="微软雅黑" charset="0"/>
                <a:ea typeface="微软雅黑" charset="0"/>
                <a:cs typeface="微软雅黑" charset="0"/>
              </a:rPr>
              <a:t>02</a:t>
            </a:r>
            <a:r>
              <a:rPr lang="zh-CN" altLang="en-US" sz="1200" b="1">
                <a:solidFill>
                  <a:schemeClr val="bg1"/>
                </a:solidFill>
                <a:latin typeface="微软雅黑" charset="0"/>
                <a:ea typeface="微软雅黑" charset="0"/>
                <a:cs typeface="微软雅黑" charset="0"/>
              </a:rPr>
              <a:t>核心</a:t>
            </a:r>
            <a:r>
              <a:rPr lang="zh-CN" altLang="en-US" sz="1200" b="1" spc="60">
                <a:solidFill>
                  <a:schemeClr val="bg1"/>
                </a:solidFill>
                <a:uFillTx/>
                <a:latin typeface="微软雅黑" charset="0"/>
                <a:ea typeface="微软雅黑" charset="0"/>
                <a:cs typeface="微软雅黑" charset="0"/>
                <a:sym typeface="+mn-ea"/>
              </a:rPr>
              <a:t>用户</a:t>
            </a:r>
            <a:endParaRPr lang="en-US" altLang="zh-CN" sz="1200" b="1">
              <a:solidFill>
                <a:schemeClr val="bg1"/>
              </a:solidFill>
              <a:latin typeface="微软雅黑" charset="0"/>
              <a:ea typeface="微软雅黑" charset="0"/>
              <a:cs typeface="微软雅黑" charset="0"/>
            </a:endParaRPr>
          </a:p>
        </p:txBody>
      </p:sp>
      <p:sp>
        <p:nvSpPr>
          <p:cNvPr id="37" name="圆角矩形 62"/>
          <p:cNvSpPr/>
          <p:nvPr>
            <p:custDataLst>
              <p:tags r:id="rId11"/>
            </p:custDataLst>
          </p:nvPr>
        </p:nvSpPr>
        <p:spPr>
          <a:xfrm>
            <a:off x="5878207" y="1299827"/>
            <a:ext cx="1817485" cy="2998721"/>
          </a:xfrm>
          <a:prstGeom prst="roundRect">
            <a:avLst/>
          </a:prstGeom>
          <a:solidFill>
            <a:schemeClr val="accent1"/>
          </a:solidFill>
          <a:ln>
            <a:noFill/>
          </a:ln>
          <a:effectLst>
            <a:outerShdw blurRad="292100" dist="114300" dir="9000000" sx="102000" sy="102000" algn="l" rotWithShape="0">
              <a:schemeClr val="accent1">
                <a:lumMod val="7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350"/>
          </a:p>
        </p:txBody>
      </p:sp>
      <p:sp>
        <p:nvSpPr>
          <p:cNvPr id="38" name="文本框 37"/>
          <p:cNvSpPr txBox="1"/>
          <p:nvPr>
            <p:custDataLst>
              <p:tags r:id="rId12"/>
            </p:custDataLst>
          </p:nvPr>
        </p:nvSpPr>
        <p:spPr>
          <a:xfrm>
            <a:off x="6026751" y="1917279"/>
            <a:ext cx="1521044" cy="2235554"/>
          </a:xfrm>
          <a:prstGeom prst="rect">
            <a:avLst/>
          </a:prstGeom>
          <a:noFill/>
        </p:spPr>
        <p:txBody>
          <a:bodyPr wrap="square" rtlCol="0" anchor="t" anchorCtr="0">
            <a:normAutofit/>
          </a:bodyPr>
          <a:p>
            <a:pPr marL="0" lvl="0" indent="0" algn="l">
              <a:lnSpc>
                <a:spcPct val="120000"/>
              </a:lnSpc>
              <a:spcBef>
                <a:spcPts val="0"/>
              </a:spcBef>
              <a:spcAft>
                <a:spcPts val="800"/>
              </a:spcAft>
              <a:buSzPct val="100000"/>
            </a:pPr>
            <a:r>
              <a:rPr lang="zh-CN" altLang="en-US" sz="1300" spc="60">
                <a:solidFill>
                  <a:schemeClr val="lt1"/>
                </a:solidFill>
                <a:uFillTx/>
                <a:latin typeface="Arial" panose="020B0604020202090204" pitchFamily="34" charset="0"/>
                <a:ea typeface="微软雅黑" charset="-122"/>
                <a:sym typeface="+mn-ea"/>
              </a:rPr>
              <a:t>普通用户代理根据ABMs中预定义的机制和从其他代理感知到的消息来更新其态度。</a:t>
            </a:r>
            <a:endParaRPr lang="zh-CN" altLang="en-US" sz="1300" spc="60">
              <a:solidFill>
                <a:schemeClr val="lt1"/>
              </a:solidFill>
              <a:uFillTx/>
              <a:latin typeface="Arial" panose="020B0604020202090204" pitchFamily="34" charset="0"/>
              <a:ea typeface="微软雅黑" charset="-122"/>
              <a:sym typeface="+mn-ea"/>
            </a:endParaRPr>
          </a:p>
        </p:txBody>
      </p:sp>
      <p:sp>
        <p:nvSpPr>
          <p:cNvPr id="47" name="椭圆 46"/>
          <p:cNvSpPr/>
          <p:nvPr>
            <p:custDataLst>
              <p:tags r:id="rId13"/>
            </p:custDataLst>
          </p:nvPr>
        </p:nvSpPr>
        <p:spPr>
          <a:xfrm>
            <a:off x="7351030" y="1468761"/>
            <a:ext cx="180584" cy="180584"/>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350"/>
          </a:p>
        </p:txBody>
      </p:sp>
      <p:sp>
        <p:nvSpPr>
          <p:cNvPr id="52" name="文本框 51"/>
          <p:cNvSpPr txBox="1"/>
          <p:nvPr>
            <p:custDataLst>
              <p:tags r:id="rId14"/>
            </p:custDataLst>
          </p:nvPr>
        </p:nvSpPr>
        <p:spPr>
          <a:xfrm>
            <a:off x="5972175" y="1506220"/>
            <a:ext cx="1481455" cy="361950"/>
          </a:xfrm>
          <a:prstGeom prst="rect">
            <a:avLst/>
          </a:prstGeom>
          <a:noFill/>
        </p:spPr>
        <p:txBody>
          <a:bodyPr wrap="square" rtlCol="0" anchor="ctr" anchorCtr="0">
            <a:normAutofit/>
          </a:bodyPr>
          <a:p>
            <a:pPr lvl="0" algn="ctr">
              <a:buClrTx/>
              <a:buSzTx/>
              <a:buFontTx/>
            </a:pPr>
            <a:r>
              <a:rPr lang="en-US" altLang="zh-CN" sz="1200" b="1">
                <a:solidFill>
                  <a:schemeClr val="bg1"/>
                </a:solidFill>
                <a:latin typeface="微软雅黑" charset="0"/>
                <a:ea typeface="微软雅黑" charset="0"/>
                <a:cs typeface="微软雅黑" charset="0"/>
                <a:sym typeface="+mn-ea"/>
              </a:rPr>
              <a:t>03</a:t>
            </a:r>
            <a:r>
              <a:rPr lang="en-US" altLang="zh-CN" sz="1200" b="1">
                <a:solidFill>
                  <a:schemeClr val="bg1"/>
                </a:solidFill>
                <a:latin typeface="微软雅黑" charset="0"/>
                <a:ea typeface="微软雅黑" charset="0"/>
                <a:cs typeface="微软雅黑" charset="0"/>
                <a:sym typeface="+mn-ea"/>
              </a:rPr>
              <a:t>普通用户</a:t>
            </a:r>
            <a:endParaRPr lang="en-US" altLang="zh-CN" sz="1200" b="1">
              <a:solidFill>
                <a:schemeClr val="bg1"/>
              </a:solidFill>
              <a:latin typeface="微软雅黑" charset="0"/>
              <a:ea typeface="微软雅黑" charset="0"/>
              <a:cs typeface="微软雅黑" charset="0"/>
              <a:sym typeface="+mn-ea"/>
            </a:endParaRPr>
          </a:p>
        </p:txBody>
      </p:sp>
    </p:spTree>
    <p:custDataLst>
      <p:tags r:id="rId15"/>
    </p:custData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133350" y="1271588"/>
            <a:ext cx="2695575" cy="2305050"/>
          </a:xfrm>
          <a:prstGeom prst="rect">
            <a:avLst/>
          </a:prstGeom>
          <a:noFill/>
        </p:spPr>
        <p:txBody>
          <a:bodyPr wrap="square" rtlCol="0" anchor="ctr"/>
          <a:lstStyle/>
          <a:p>
            <a:pPr marL="0" indent="0" algn="ctr">
              <a:buNone/>
            </a:pPr>
            <a:r>
              <a:rPr lang="en-US" sz="10690" b="1" dirty="0">
                <a:solidFill>
                  <a:srgbClr val="FFFFFF"/>
                </a:solidFill>
                <a:latin typeface="Noto Sans SC" pitchFamily="34" charset="0"/>
                <a:ea typeface="Noto Sans SC" pitchFamily="34" charset="-122"/>
                <a:cs typeface="Noto Sans SC" pitchFamily="34" charset="-120"/>
              </a:rPr>
              <a:t>04</a:t>
            </a:r>
            <a:endParaRPr lang="en-US" sz="10690" dirty="0"/>
          </a:p>
        </p:txBody>
      </p:sp>
      <p:sp>
        <p:nvSpPr>
          <p:cNvPr id="3" name="Text 1"/>
          <p:cNvSpPr/>
          <p:nvPr/>
        </p:nvSpPr>
        <p:spPr>
          <a:xfrm>
            <a:off x="4133850" y="2124075"/>
            <a:ext cx="4853940" cy="2471738"/>
          </a:xfrm>
          <a:prstGeom prst="rect">
            <a:avLst/>
          </a:prstGeom>
          <a:noFill/>
        </p:spPr>
        <p:txBody>
          <a:bodyPr wrap="square" rtlCol="0" anchor="t"/>
          <a:lstStyle/>
          <a:p>
            <a:pPr marL="0" indent="0" algn="l">
              <a:buNone/>
            </a:pPr>
            <a:r>
              <a:rPr lang="en-US" sz="3500" b="1" dirty="0">
                <a:solidFill>
                  <a:srgbClr val="FF0000"/>
                </a:solidFill>
                <a:latin typeface="Noto Sans SC" pitchFamily="34" charset="0"/>
                <a:ea typeface="Noto Sans SC" pitchFamily="34" charset="-122"/>
                <a:cs typeface="Noto Sans SC" pitchFamily="34" charset="-120"/>
              </a:rPr>
              <a:t>SoMoSiMu-Bench</a:t>
            </a:r>
            <a:r>
              <a:rPr lang="zh-CN" altLang="en-US" sz="3500" b="1" dirty="0">
                <a:solidFill>
                  <a:srgbClr val="FF0000"/>
                </a:solidFill>
                <a:latin typeface="Noto Sans SC" pitchFamily="34" charset="0"/>
                <a:ea typeface="Noto Sans SC" pitchFamily="34" charset="-122"/>
                <a:cs typeface="Noto Sans SC" pitchFamily="34" charset="-120"/>
              </a:rPr>
              <a:t>模型评估策略</a:t>
            </a:r>
            <a:endParaRPr lang="zh-CN" altLang="en-US" sz="3500" b="1" dirty="0">
              <a:solidFill>
                <a:srgbClr val="FF0000"/>
              </a:solidFill>
              <a:latin typeface="Noto Sans SC" pitchFamily="34" charset="0"/>
              <a:ea typeface="Noto Sans SC" pitchFamily="34" charset="-122"/>
              <a:cs typeface="Noto Sans SC" pitchFamily="34" charset="-120"/>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9" name="任意多边形: 形状 268"/>
          <p:cNvSpPr/>
          <p:nvPr>
            <p:custDataLst>
              <p:tags r:id="rId1"/>
            </p:custDataLst>
          </p:nvPr>
        </p:nvSpPr>
        <p:spPr>
          <a:xfrm>
            <a:off x="6304833" y="2368261"/>
            <a:ext cx="1958603" cy="2262980"/>
          </a:xfrm>
          <a:custGeom>
            <a:avLst/>
            <a:gdLst>
              <a:gd name="connsiteX0" fmla="*/ 2311003 w 2311002"/>
              <a:gd name="connsiteY0" fmla="*/ 1336634 h 2670144"/>
              <a:gd name="connsiteX1" fmla="*/ 0 w 2311002"/>
              <a:gd name="connsiteY1" fmla="*/ 0 h 2670144"/>
              <a:gd name="connsiteX2" fmla="*/ 0 w 2311002"/>
              <a:gd name="connsiteY2" fmla="*/ 2670145 h 2670144"/>
            </a:gdLst>
            <a:ahLst/>
            <a:cxnLst>
              <a:cxn ang="0">
                <a:pos x="connsiteX0" y="connsiteY0"/>
              </a:cxn>
              <a:cxn ang="0">
                <a:pos x="connsiteX1" y="connsiteY1"/>
              </a:cxn>
              <a:cxn ang="0">
                <a:pos x="connsiteX2" y="connsiteY2"/>
              </a:cxn>
            </a:cxnLst>
            <a:rect l="l" t="t" r="r" b="b"/>
            <a:pathLst>
              <a:path w="2311002" h="2670144">
                <a:moveTo>
                  <a:pt x="2311003" y="1336634"/>
                </a:moveTo>
                <a:lnTo>
                  <a:pt x="0" y="0"/>
                </a:lnTo>
                <a:lnTo>
                  <a:pt x="0" y="2670145"/>
                </a:lnTo>
                <a:close/>
              </a:path>
            </a:pathLst>
          </a:custGeom>
          <a:solidFill>
            <a:schemeClr val="accent1">
              <a:alpha val="99000"/>
            </a:schemeClr>
          </a:solidFill>
          <a:ln w="31230" cap="flat">
            <a:noFill/>
            <a:prstDash val="solid"/>
            <a:miter/>
          </a:ln>
        </p:spPr>
        <p:txBody>
          <a:bodyPr rtlCol="0" anchor="ctr"/>
          <a:p>
            <a:endParaRPr lang="zh-CN" altLang="en-US"/>
          </a:p>
        </p:txBody>
      </p:sp>
      <p:sp>
        <p:nvSpPr>
          <p:cNvPr id="271" name="任意多边形: 形状 270"/>
          <p:cNvSpPr/>
          <p:nvPr>
            <p:custDataLst>
              <p:tags r:id="rId2"/>
            </p:custDataLst>
          </p:nvPr>
        </p:nvSpPr>
        <p:spPr>
          <a:xfrm>
            <a:off x="5457869" y="512882"/>
            <a:ext cx="3229048" cy="3728686"/>
          </a:xfrm>
          <a:custGeom>
            <a:avLst/>
            <a:gdLst>
              <a:gd name="connsiteX0" fmla="*/ 0 w 3794416"/>
              <a:gd name="connsiteY0" fmla="*/ 2189206 h 4381535"/>
              <a:gd name="connsiteX1" fmla="*/ 3794416 w 3794416"/>
              <a:gd name="connsiteY1" fmla="*/ 4381536 h 4381535"/>
              <a:gd name="connsiteX2" fmla="*/ 3794416 w 3794416"/>
              <a:gd name="connsiteY2" fmla="*/ 0 h 4381535"/>
            </a:gdLst>
            <a:ahLst/>
            <a:cxnLst>
              <a:cxn ang="0">
                <a:pos x="connsiteX0" y="connsiteY0"/>
              </a:cxn>
              <a:cxn ang="0">
                <a:pos x="connsiteX1" y="connsiteY1"/>
              </a:cxn>
              <a:cxn ang="0">
                <a:pos x="connsiteX2" y="connsiteY2"/>
              </a:cxn>
            </a:cxnLst>
            <a:rect l="l" t="t" r="r" b="b"/>
            <a:pathLst>
              <a:path w="3794416" h="4381535">
                <a:moveTo>
                  <a:pt x="0" y="2189206"/>
                </a:moveTo>
                <a:lnTo>
                  <a:pt x="3794416" y="4381536"/>
                </a:lnTo>
                <a:lnTo>
                  <a:pt x="3794416" y="0"/>
                </a:lnTo>
                <a:close/>
              </a:path>
            </a:pathLst>
          </a:custGeom>
          <a:solidFill>
            <a:schemeClr val="accent1">
              <a:lumMod val="60000"/>
              <a:lumOff val="40000"/>
              <a:alpha val="99000"/>
            </a:schemeClr>
          </a:solidFill>
          <a:ln w="31230" cap="flat">
            <a:noFill/>
            <a:prstDash val="solid"/>
            <a:miter/>
          </a:ln>
        </p:spPr>
        <p:txBody>
          <a:bodyPr rtlCol="0" anchor="ctr"/>
          <a:p>
            <a:endParaRPr lang="zh-CN" altLang="en-US"/>
          </a:p>
        </p:txBody>
      </p:sp>
      <p:pic>
        <p:nvPicPr>
          <p:cNvPr id="273" name="图片 272" descr="/data/cache/2fc21f987a5438883021c254a4c5d997.jpg2fc21f987a5438883021c254a4c5d997"/>
          <p:cNvPicPr>
            <a:picLocks noChangeAspect="1"/>
          </p:cNvPicPr>
          <p:nvPr>
            <p:custDataLst>
              <p:tags r:id="rId3"/>
            </p:custDataLst>
          </p:nvPr>
        </p:nvPicPr>
        <p:blipFill>
          <a:blip r:embed="rId4"/>
          <a:srcRect t="16667" b="16667"/>
          <a:stretch>
            <a:fillRect/>
          </a:stretch>
        </p:blipFill>
        <p:spPr>
          <a:xfrm>
            <a:off x="5899879" y="1145458"/>
            <a:ext cx="2445607" cy="2445607"/>
          </a:xfrm>
          <a:custGeom>
            <a:avLst/>
            <a:gdLst>
              <a:gd name="connsiteX0" fmla="*/ 1442815 w 2885630"/>
              <a:gd name="connsiteY0" fmla="*/ 0 h 2885630"/>
              <a:gd name="connsiteX1" fmla="*/ 2885630 w 2885630"/>
              <a:gd name="connsiteY1" fmla="*/ 1442815 h 2885630"/>
              <a:gd name="connsiteX2" fmla="*/ 1442815 w 2885630"/>
              <a:gd name="connsiteY2" fmla="*/ 2885630 h 2885630"/>
              <a:gd name="connsiteX3" fmla="*/ 0 w 2885630"/>
              <a:gd name="connsiteY3" fmla="*/ 1442815 h 2885630"/>
              <a:gd name="connsiteX4" fmla="*/ 1442815 w 2885630"/>
              <a:gd name="connsiteY4" fmla="*/ 0 h 288563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85630" h="2885630">
                <a:moveTo>
                  <a:pt x="1442815" y="0"/>
                </a:moveTo>
                <a:cubicBezTo>
                  <a:pt x="2239660" y="0"/>
                  <a:pt x="2885630" y="645970"/>
                  <a:pt x="2885630" y="1442815"/>
                </a:cubicBezTo>
                <a:cubicBezTo>
                  <a:pt x="2885630" y="2239660"/>
                  <a:pt x="2239660" y="2885630"/>
                  <a:pt x="1442815" y="2885630"/>
                </a:cubicBezTo>
                <a:cubicBezTo>
                  <a:pt x="645970" y="2885630"/>
                  <a:pt x="0" y="2239660"/>
                  <a:pt x="0" y="1442815"/>
                </a:cubicBezTo>
                <a:cubicBezTo>
                  <a:pt x="0" y="645970"/>
                  <a:pt x="645970" y="0"/>
                  <a:pt x="1442815" y="0"/>
                </a:cubicBezTo>
                <a:close/>
              </a:path>
            </a:pathLst>
          </a:custGeom>
        </p:spPr>
      </p:pic>
      <p:sp>
        <p:nvSpPr>
          <p:cNvPr id="275" name="任意多边形: 形状 274"/>
          <p:cNvSpPr/>
          <p:nvPr>
            <p:custDataLst>
              <p:tags r:id="rId5"/>
            </p:custDataLst>
          </p:nvPr>
        </p:nvSpPr>
        <p:spPr>
          <a:xfrm>
            <a:off x="5743720" y="1005179"/>
            <a:ext cx="2757925" cy="2757925"/>
          </a:xfrm>
          <a:custGeom>
            <a:avLst/>
            <a:gdLst>
              <a:gd name="connsiteX0" fmla="*/ 3254141 w 3254141"/>
              <a:gd name="connsiteY0" fmla="*/ 1627071 h 3254141"/>
              <a:gd name="connsiteX1" fmla="*/ 1627071 w 3254141"/>
              <a:gd name="connsiteY1" fmla="*/ 3254141 h 3254141"/>
              <a:gd name="connsiteX2" fmla="*/ 0 w 3254141"/>
              <a:gd name="connsiteY2" fmla="*/ 1627071 h 3254141"/>
              <a:gd name="connsiteX3" fmla="*/ 1627071 w 3254141"/>
              <a:gd name="connsiteY3" fmla="*/ 0 h 3254141"/>
              <a:gd name="connsiteX4" fmla="*/ 3254141 w 3254141"/>
              <a:gd name="connsiteY4" fmla="*/ 1627071 h 325414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54141" h="3254141">
                <a:moveTo>
                  <a:pt x="3254141" y="1627071"/>
                </a:moveTo>
                <a:cubicBezTo>
                  <a:pt x="3254141" y="2525677"/>
                  <a:pt x="2525677" y="3254141"/>
                  <a:pt x="1627071" y="3254141"/>
                </a:cubicBezTo>
                <a:cubicBezTo>
                  <a:pt x="728464" y="3254141"/>
                  <a:pt x="0" y="2525677"/>
                  <a:pt x="0" y="1627071"/>
                </a:cubicBezTo>
                <a:cubicBezTo>
                  <a:pt x="0" y="728464"/>
                  <a:pt x="728464" y="0"/>
                  <a:pt x="1627071" y="0"/>
                </a:cubicBezTo>
                <a:cubicBezTo>
                  <a:pt x="2525677" y="0"/>
                  <a:pt x="3254141" y="728464"/>
                  <a:pt x="3254141" y="1627071"/>
                </a:cubicBezTo>
                <a:close/>
              </a:path>
            </a:pathLst>
          </a:custGeom>
          <a:noFill/>
          <a:ln w="45854" cap="flat">
            <a:solidFill>
              <a:schemeClr val="bg1">
                <a:lumMod val="95000"/>
                <a:alpha val="99000"/>
              </a:schemeClr>
            </a:solidFill>
            <a:prstDash val="solid"/>
            <a:miter/>
          </a:ln>
        </p:spPr>
        <p:txBody>
          <a:bodyPr rtlCol="0" anchor="ctr"/>
          <a:p>
            <a:endParaRPr lang="zh-CN" altLang="en-US"/>
          </a:p>
        </p:txBody>
      </p:sp>
      <p:sp>
        <p:nvSpPr>
          <p:cNvPr id="12" name="Title 6"/>
          <p:cNvSpPr txBox="1"/>
          <p:nvPr>
            <p:custDataLst>
              <p:tags r:id="rId6"/>
            </p:custDataLst>
          </p:nvPr>
        </p:nvSpPr>
        <p:spPr>
          <a:xfrm>
            <a:off x="571505" y="457114"/>
            <a:ext cx="4429153" cy="4229272"/>
          </a:xfrm>
          <a:prstGeom prst="rect">
            <a:avLst/>
          </a:prstGeom>
          <a:noFill/>
          <a:ln w="3175">
            <a:noFill/>
            <a:prstDash val="dash"/>
          </a:ln>
        </p:spPr>
        <p:txBody>
          <a:bodyPr wrap="square" lIns="47625" tIns="19050" rIns="47625" bIns="19050" anchor="b" anchorCtr="0">
            <a:normAutofit lnSpcReduction="10000"/>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marL="279400" lvl="0" indent="-279400" algn="l" fontAlgn="ctr">
              <a:lnSpc>
                <a:spcPct val="120000"/>
              </a:lnSpc>
              <a:spcBef>
                <a:spcPts val="0"/>
              </a:spcBef>
              <a:spcAft>
                <a:spcPts val="800"/>
              </a:spcAft>
              <a:buSzPct val="100000"/>
              <a:buFont typeface="Wingdings" panose="05000000000000000000" charset="0"/>
              <a:buChar char="l"/>
            </a:pPr>
            <a:r>
              <a:rPr lang="en-US" sz="1400" spc="60" dirty="0">
                <a:ln w="3175">
                  <a:noFill/>
                  <a:prstDash val="dash"/>
                </a:ln>
                <a:solidFill>
                  <a:schemeClr val="dk1">
                    <a:lumMod val="75000"/>
                    <a:lumOff val="25000"/>
                  </a:schemeClr>
                </a:solidFill>
                <a:uFillTx/>
                <a:latin typeface="微软雅黑" charset="-122"/>
                <a:ea typeface="微软雅黑" charset="-122"/>
                <a:cs typeface="微软雅黑" charset="-122"/>
              </a:rPr>
              <a:t>SoMoSiMu-Bench：</a:t>
            </a:r>
            <a:br>
              <a:rPr lang="en-US" sz="1400" spc="60" dirty="0">
                <a:ln w="3175">
                  <a:noFill/>
                  <a:prstDash val="dash"/>
                </a:ln>
                <a:solidFill>
                  <a:schemeClr val="dk1">
                    <a:lumMod val="75000"/>
                    <a:lumOff val="25000"/>
                  </a:schemeClr>
                </a:solidFill>
                <a:uFillTx/>
                <a:latin typeface="微软雅黑" charset="-122"/>
                <a:ea typeface="微软雅黑" charset="-122"/>
                <a:cs typeface="微软雅黑" charset="-122"/>
              </a:rPr>
            </a:br>
            <a:r>
              <a:rPr lang="en-US" sz="1400" spc="60" dirty="0">
                <a:ln w="3175">
                  <a:noFill/>
                  <a:prstDash val="dash"/>
                </a:ln>
                <a:solidFill>
                  <a:schemeClr val="dk1">
                    <a:lumMod val="75000"/>
                    <a:lumOff val="25000"/>
                  </a:schemeClr>
                </a:solidFill>
                <a:uFillTx/>
                <a:latin typeface="微软雅黑" charset="-122"/>
                <a:ea typeface="微软雅黑" charset="-122"/>
                <a:cs typeface="微软雅黑" charset="-122"/>
              </a:rPr>
              <a:t>用于评估社会运动模拟的多方面基准。</a:t>
            </a:r>
            <a:endParaRPr lang="en-US" sz="1400" spc="60" dirty="0">
              <a:ln w="3175">
                <a:noFill/>
                <a:prstDash val="dash"/>
              </a:ln>
              <a:solidFill>
                <a:schemeClr val="dk1">
                  <a:lumMod val="75000"/>
                  <a:lumOff val="25000"/>
                </a:schemeClr>
              </a:solidFill>
              <a:uFillTx/>
              <a:latin typeface="微软雅黑" charset="-122"/>
              <a:ea typeface="微软雅黑" charset="-122"/>
              <a:cs typeface="微软雅黑" charset="-122"/>
            </a:endParaRPr>
          </a:p>
          <a:p>
            <a:pPr marL="279400" lvl="0" indent="-279400" algn="l" fontAlgn="ctr">
              <a:lnSpc>
                <a:spcPct val="120000"/>
              </a:lnSpc>
              <a:spcBef>
                <a:spcPts val="0"/>
              </a:spcBef>
              <a:spcAft>
                <a:spcPts val="800"/>
              </a:spcAft>
              <a:buSzPct val="100000"/>
              <a:buFont typeface="Wingdings" panose="05000000000000000000" charset="0"/>
              <a:buChar char="l"/>
            </a:pPr>
            <a:r>
              <a:rPr lang="en-US" sz="1400" spc="60" dirty="0">
                <a:ln w="3175">
                  <a:noFill/>
                  <a:prstDash val="dash"/>
                </a:ln>
                <a:solidFill>
                  <a:schemeClr val="dk1">
                    <a:lumMod val="75000"/>
                    <a:lumOff val="25000"/>
                  </a:schemeClr>
                </a:solidFill>
                <a:uFillTx/>
                <a:latin typeface="微软雅黑" charset="-122"/>
                <a:ea typeface="微软雅黑" charset="-122"/>
                <a:cs typeface="微软雅黑" charset="-122"/>
              </a:rPr>
              <a:t>数据收集：</a:t>
            </a:r>
            <a:br>
              <a:rPr lang="en-US" sz="1400" spc="60" dirty="0">
                <a:ln w="3175">
                  <a:noFill/>
                  <a:prstDash val="dash"/>
                </a:ln>
                <a:solidFill>
                  <a:schemeClr val="dk1">
                    <a:lumMod val="75000"/>
                    <a:lumOff val="25000"/>
                  </a:schemeClr>
                </a:solidFill>
                <a:uFillTx/>
                <a:latin typeface="微软雅黑" charset="-122"/>
                <a:ea typeface="微软雅黑" charset="-122"/>
                <a:cs typeface="微软雅黑" charset="-122"/>
              </a:rPr>
            </a:br>
            <a:r>
              <a:rPr lang="en-US" sz="1400" spc="60" dirty="0">
                <a:ln w="3175">
                  <a:noFill/>
                  <a:prstDash val="dash"/>
                </a:ln>
                <a:solidFill>
                  <a:schemeClr val="dk1">
                    <a:lumMod val="75000"/>
                    <a:lumOff val="25000"/>
                  </a:schemeClr>
                </a:solidFill>
                <a:uFillTx/>
                <a:latin typeface="微软雅黑" charset="-122"/>
                <a:ea typeface="微软雅黑" charset="-122"/>
                <a:cs typeface="微软雅黑" charset="-122"/>
              </a:rPr>
              <a:t>构建包含特定社会运动推文的Twitter数据集合。</a:t>
            </a:r>
            <a:endParaRPr lang="en-US" sz="1400" spc="60" dirty="0">
              <a:ln w="3175">
                <a:noFill/>
                <a:prstDash val="dash"/>
              </a:ln>
              <a:solidFill>
                <a:schemeClr val="dk1">
                  <a:lumMod val="75000"/>
                  <a:lumOff val="25000"/>
                </a:schemeClr>
              </a:solidFill>
              <a:uFillTx/>
              <a:latin typeface="微软雅黑" charset="-122"/>
              <a:ea typeface="微软雅黑" charset="-122"/>
              <a:cs typeface="微软雅黑" charset="-122"/>
            </a:endParaRPr>
          </a:p>
          <a:p>
            <a:pPr marL="279400" lvl="0" indent="-279400" algn="l" fontAlgn="ctr">
              <a:lnSpc>
                <a:spcPct val="120000"/>
              </a:lnSpc>
              <a:spcBef>
                <a:spcPts val="0"/>
              </a:spcBef>
              <a:spcAft>
                <a:spcPts val="800"/>
              </a:spcAft>
              <a:buSzPct val="100000"/>
              <a:buFont typeface="Wingdings" panose="05000000000000000000" charset="0"/>
              <a:buChar char="l"/>
            </a:pPr>
            <a:r>
              <a:rPr lang="en-US" sz="1400" spc="60" dirty="0">
                <a:ln w="3175">
                  <a:noFill/>
                  <a:prstDash val="dash"/>
                </a:ln>
                <a:solidFill>
                  <a:schemeClr val="dk1">
                    <a:lumMod val="75000"/>
                    <a:lumOff val="25000"/>
                  </a:schemeClr>
                </a:solidFill>
                <a:uFillTx/>
                <a:latin typeface="微软雅黑" charset="-122"/>
                <a:ea typeface="微软雅黑" charset="-122"/>
                <a:cs typeface="微软雅黑" charset="-122"/>
              </a:rPr>
              <a:t>用户选择：</a:t>
            </a:r>
            <a:br>
              <a:rPr lang="en-US" sz="1400" spc="60" dirty="0">
                <a:ln w="3175">
                  <a:noFill/>
                  <a:prstDash val="dash"/>
                </a:ln>
                <a:solidFill>
                  <a:schemeClr val="dk1">
                    <a:lumMod val="75000"/>
                    <a:lumOff val="25000"/>
                  </a:schemeClr>
                </a:solidFill>
                <a:uFillTx/>
                <a:latin typeface="微软雅黑" charset="-122"/>
                <a:ea typeface="微软雅黑" charset="-122"/>
                <a:cs typeface="微软雅黑" charset="-122"/>
              </a:rPr>
            </a:br>
            <a:r>
              <a:rPr lang="en-US" sz="1400" spc="60" dirty="0">
                <a:ln w="3175">
                  <a:noFill/>
                  <a:prstDash val="dash"/>
                </a:ln>
                <a:solidFill>
                  <a:schemeClr val="dk1">
                    <a:lumMod val="75000"/>
                    <a:lumOff val="25000"/>
                  </a:schemeClr>
                </a:solidFill>
                <a:uFillTx/>
                <a:latin typeface="微软雅黑" charset="-122"/>
                <a:ea typeface="微软雅黑" charset="-122"/>
                <a:cs typeface="微软雅黑" charset="-122"/>
              </a:rPr>
              <a:t>选择核心用户和普通用户。</a:t>
            </a:r>
            <a:endParaRPr lang="en-US" sz="1400" spc="60" dirty="0">
              <a:ln w="3175">
                <a:noFill/>
                <a:prstDash val="dash"/>
              </a:ln>
              <a:solidFill>
                <a:schemeClr val="dk1">
                  <a:lumMod val="75000"/>
                  <a:lumOff val="25000"/>
                </a:schemeClr>
              </a:solidFill>
              <a:uFillTx/>
              <a:latin typeface="微软雅黑" charset="-122"/>
              <a:ea typeface="微软雅黑" charset="-122"/>
              <a:cs typeface="微软雅黑" charset="-122"/>
            </a:endParaRPr>
          </a:p>
          <a:p>
            <a:pPr marL="279400" lvl="0" indent="-279400" algn="l" fontAlgn="ctr">
              <a:lnSpc>
                <a:spcPct val="120000"/>
              </a:lnSpc>
              <a:spcBef>
                <a:spcPts val="0"/>
              </a:spcBef>
              <a:spcAft>
                <a:spcPts val="800"/>
              </a:spcAft>
              <a:buSzPct val="100000"/>
              <a:buFont typeface="Wingdings" panose="05000000000000000000" charset="0"/>
              <a:buChar char="l"/>
            </a:pPr>
            <a:r>
              <a:rPr lang="en-US" sz="1400" spc="60" dirty="0">
                <a:ln w="3175">
                  <a:noFill/>
                  <a:prstDash val="dash"/>
                </a:ln>
                <a:solidFill>
                  <a:schemeClr val="dk1">
                    <a:lumMod val="75000"/>
                    <a:lumOff val="25000"/>
                  </a:schemeClr>
                </a:solidFill>
                <a:uFillTx/>
                <a:latin typeface="微软雅黑" charset="-122"/>
                <a:ea typeface="微软雅黑" charset="-122"/>
                <a:cs typeface="微软雅黑" charset="-122"/>
              </a:rPr>
              <a:t>微观对齐评估：</a:t>
            </a:r>
            <a:br>
              <a:rPr lang="en-US" sz="1400" spc="60" dirty="0">
                <a:ln w="3175">
                  <a:noFill/>
                  <a:prstDash val="dash"/>
                </a:ln>
                <a:solidFill>
                  <a:schemeClr val="dk1">
                    <a:lumMod val="75000"/>
                    <a:lumOff val="25000"/>
                  </a:schemeClr>
                </a:solidFill>
                <a:uFillTx/>
                <a:latin typeface="微软雅黑" charset="-122"/>
                <a:ea typeface="微软雅黑" charset="-122"/>
                <a:cs typeface="微软雅黑" charset="-122"/>
              </a:rPr>
            </a:br>
            <a:r>
              <a:rPr lang="en-US" sz="1400" spc="60" dirty="0">
                <a:ln w="3175">
                  <a:noFill/>
                  <a:prstDash val="dash"/>
                </a:ln>
                <a:solidFill>
                  <a:schemeClr val="dk1">
                    <a:lumMod val="75000"/>
                    <a:lumOff val="25000"/>
                  </a:schemeClr>
                </a:solidFill>
                <a:uFillTx/>
                <a:latin typeface="微软雅黑" charset="-122"/>
                <a:ea typeface="微软雅黑" charset="-122"/>
                <a:cs typeface="微软雅黑" charset="-122"/>
              </a:rPr>
              <a:t>评估代理生成内容的立场、内容类型和行为。</a:t>
            </a:r>
            <a:endParaRPr lang="en-US" sz="1400" spc="60" dirty="0">
              <a:ln w="3175">
                <a:noFill/>
                <a:prstDash val="dash"/>
              </a:ln>
              <a:solidFill>
                <a:schemeClr val="dk1">
                  <a:lumMod val="75000"/>
                  <a:lumOff val="25000"/>
                </a:schemeClr>
              </a:solidFill>
              <a:uFillTx/>
              <a:latin typeface="微软雅黑" charset="-122"/>
              <a:ea typeface="微软雅黑" charset="-122"/>
              <a:cs typeface="微软雅黑" charset="-122"/>
            </a:endParaRPr>
          </a:p>
          <a:p>
            <a:pPr marL="279400" lvl="0" indent="-279400" algn="l" fontAlgn="ctr">
              <a:lnSpc>
                <a:spcPct val="120000"/>
              </a:lnSpc>
              <a:spcBef>
                <a:spcPts val="0"/>
              </a:spcBef>
              <a:spcAft>
                <a:spcPts val="800"/>
              </a:spcAft>
              <a:buSzPct val="100000"/>
              <a:buFont typeface="Wingdings" panose="05000000000000000000" charset="0"/>
              <a:buChar char="l"/>
            </a:pPr>
            <a:r>
              <a:rPr lang="en-US" sz="1400" spc="60" dirty="0">
                <a:ln w="3175">
                  <a:noFill/>
                  <a:prstDash val="dash"/>
                </a:ln>
                <a:solidFill>
                  <a:schemeClr val="dk1">
                    <a:lumMod val="75000"/>
                    <a:lumOff val="25000"/>
                  </a:schemeClr>
                </a:solidFill>
                <a:uFillTx/>
                <a:latin typeface="微软雅黑" charset="-122"/>
                <a:ea typeface="微软雅黑" charset="-122"/>
                <a:cs typeface="微软雅黑" charset="-122"/>
              </a:rPr>
              <a:t>宏观系统评估：</a:t>
            </a:r>
            <a:br>
              <a:rPr lang="en-US" sz="1400" spc="60" dirty="0">
                <a:ln w="3175">
                  <a:noFill/>
                  <a:prstDash val="dash"/>
                </a:ln>
                <a:solidFill>
                  <a:schemeClr val="dk1">
                    <a:lumMod val="75000"/>
                    <a:lumOff val="25000"/>
                  </a:schemeClr>
                </a:solidFill>
                <a:uFillTx/>
                <a:latin typeface="微软雅黑" charset="-122"/>
                <a:ea typeface="微软雅黑" charset="-122"/>
                <a:cs typeface="微软雅黑" charset="-122"/>
              </a:rPr>
            </a:br>
            <a:r>
              <a:rPr lang="en-US" sz="1400" spc="60" dirty="0">
                <a:ln w="3175">
                  <a:noFill/>
                  <a:prstDash val="dash"/>
                </a:ln>
                <a:solidFill>
                  <a:schemeClr val="dk1">
                    <a:lumMod val="75000"/>
                    <a:lumOff val="25000"/>
                  </a:schemeClr>
                </a:solidFill>
                <a:uFillTx/>
                <a:latin typeface="微软雅黑" charset="-122"/>
                <a:ea typeface="微软雅黑" charset="-122"/>
                <a:cs typeface="微软雅黑" charset="-122"/>
              </a:rPr>
              <a:t>量化模拟的态度分布。</a:t>
            </a:r>
            <a:endParaRPr lang="en-US" sz="1400" spc="60" dirty="0">
              <a:ln w="3175">
                <a:noFill/>
                <a:prstDash val="dash"/>
              </a:ln>
              <a:solidFill>
                <a:schemeClr val="dk1">
                  <a:lumMod val="75000"/>
                  <a:lumOff val="25000"/>
                </a:schemeClr>
              </a:solidFill>
              <a:uFillTx/>
              <a:latin typeface="微软雅黑" charset="-122"/>
              <a:ea typeface="微软雅黑" charset="-122"/>
              <a:cs typeface="微软雅黑" charset="-122"/>
            </a:endParaRPr>
          </a:p>
          <a:p>
            <a:pPr marL="279400" lvl="0" indent="-279400" algn="l" fontAlgn="ctr">
              <a:lnSpc>
                <a:spcPct val="120000"/>
              </a:lnSpc>
              <a:spcBef>
                <a:spcPts val="0"/>
              </a:spcBef>
              <a:spcAft>
                <a:spcPts val="800"/>
              </a:spcAft>
              <a:buSzPct val="100000"/>
              <a:buFont typeface="Wingdings" panose="05000000000000000000" charset="0"/>
              <a:buChar char="l"/>
            </a:pPr>
            <a:r>
              <a:rPr lang="zh-CN" altLang="en-US" sz="1400" spc="60" dirty="0">
                <a:ln w="3175">
                  <a:noFill/>
                  <a:prstDash val="dash"/>
                </a:ln>
                <a:solidFill>
                  <a:schemeClr val="dk1">
                    <a:lumMod val="75000"/>
                    <a:lumOff val="25000"/>
                  </a:schemeClr>
                </a:solidFill>
                <a:uFillTx/>
                <a:latin typeface="微软雅黑" charset="-122"/>
                <a:ea typeface="微软雅黑" charset="-122"/>
                <a:cs typeface="微软雅黑" charset="-122"/>
              </a:rPr>
              <a:t>调参</a:t>
            </a:r>
            <a:r>
              <a:rPr lang="en-US" sz="1400" spc="60" dirty="0">
                <a:ln w="3175">
                  <a:noFill/>
                  <a:prstDash val="dash"/>
                </a:ln>
                <a:solidFill>
                  <a:schemeClr val="dk1">
                    <a:lumMod val="75000"/>
                    <a:lumOff val="25000"/>
                  </a:schemeClr>
                </a:solidFill>
                <a:uFillTx/>
                <a:latin typeface="微软雅黑" charset="-122"/>
                <a:ea typeface="微软雅黑" charset="-122"/>
                <a:cs typeface="微软雅黑" charset="-122"/>
              </a:rPr>
              <a:t>和验证：</a:t>
            </a:r>
            <a:br>
              <a:rPr lang="en-US" sz="1400" spc="60" dirty="0">
                <a:ln w="3175">
                  <a:noFill/>
                  <a:prstDash val="dash"/>
                </a:ln>
                <a:solidFill>
                  <a:schemeClr val="dk1">
                    <a:lumMod val="75000"/>
                    <a:lumOff val="25000"/>
                  </a:schemeClr>
                </a:solidFill>
                <a:uFillTx/>
                <a:latin typeface="微软雅黑" charset="-122"/>
                <a:ea typeface="微软雅黑" charset="-122"/>
                <a:cs typeface="微软雅黑" charset="-122"/>
              </a:rPr>
            </a:br>
            <a:r>
              <a:rPr lang="en-US" sz="1400" spc="60" dirty="0">
                <a:ln w="3175">
                  <a:noFill/>
                  <a:prstDash val="dash"/>
                </a:ln>
                <a:solidFill>
                  <a:schemeClr val="dk1">
                    <a:lumMod val="75000"/>
                    <a:lumOff val="25000"/>
                  </a:schemeClr>
                </a:solidFill>
                <a:uFillTx/>
                <a:latin typeface="微软雅黑" charset="-122"/>
                <a:ea typeface="微软雅黑" charset="-122"/>
                <a:cs typeface="微软雅黑" charset="-122"/>
              </a:rPr>
              <a:t>执行</a:t>
            </a:r>
            <a:r>
              <a:rPr lang="zh-CN" altLang="en-US" sz="1400" spc="60" dirty="0">
                <a:ln w="3175">
                  <a:noFill/>
                  <a:prstDash val="dash"/>
                </a:ln>
                <a:solidFill>
                  <a:schemeClr val="dk1">
                    <a:lumMod val="75000"/>
                    <a:lumOff val="25000"/>
                  </a:schemeClr>
                </a:solidFill>
                <a:uFillTx/>
                <a:latin typeface="微软雅黑" charset="-122"/>
                <a:ea typeface="微软雅黑" charset="-122"/>
                <a:cs typeface="微软雅黑" charset="-122"/>
              </a:rPr>
              <a:t>调参</a:t>
            </a:r>
            <a:r>
              <a:rPr lang="en-US" sz="1400" spc="60" dirty="0">
                <a:ln w="3175">
                  <a:noFill/>
                  <a:prstDash val="dash"/>
                </a:ln>
                <a:solidFill>
                  <a:schemeClr val="dk1">
                    <a:lumMod val="75000"/>
                    <a:lumOff val="25000"/>
                  </a:schemeClr>
                </a:solidFill>
                <a:uFillTx/>
                <a:latin typeface="微软雅黑" charset="-122"/>
                <a:ea typeface="微软雅黑" charset="-122"/>
                <a:cs typeface="微软雅黑" charset="-122"/>
              </a:rPr>
              <a:t>和验证过程。</a:t>
            </a:r>
            <a:endParaRPr lang="en-US" sz="1400" spc="60" dirty="0">
              <a:ln w="3175">
                <a:noFill/>
                <a:prstDash val="dash"/>
              </a:ln>
              <a:solidFill>
                <a:schemeClr val="dk1">
                  <a:lumMod val="75000"/>
                  <a:lumOff val="25000"/>
                </a:schemeClr>
              </a:solidFill>
              <a:uFillTx/>
              <a:latin typeface="微软雅黑" charset="-122"/>
              <a:ea typeface="微软雅黑" charset="-122"/>
              <a:cs typeface="微软雅黑" charset="-122"/>
            </a:endParaRPr>
          </a:p>
          <a:p>
            <a:pPr marL="279400" lvl="0" indent="-279400" algn="l" fontAlgn="ctr">
              <a:lnSpc>
                <a:spcPct val="120000"/>
              </a:lnSpc>
              <a:spcBef>
                <a:spcPts val="0"/>
              </a:spcBef>
              <a:spcAft>
                <a:spcPts val="800"/>
              </a:spcAft>
              <a:buSzPct val="100000"/>
              <a:buFont typeface="Wingdings" panose="05000000000000000000" charset="0"/>
              <a:buChar char="l"/>
            </a:pPr>
            <a:r>
              <a:rPr lang="en-US" sz="1400" spc="60" dirty="0">
                <a:ln w="3175">
                  <a:noFill/>
                  <a:prstDash val="dash"/>
                </a:ln>
                <a:solidFill>
                  <a:schemeClr val="dk1">
                    <a:lumMod val="75000"/>
                    <a:lumOff val="25000"/>
                  </a:schemeClr>
                </a:solidFill>
                <a:uFillTx/>
                <a:latin typeface="微软雅黑" charset="-122"/>
                <a:ea typeface="微软雅黑" charset="-122"/>
                <a:cs typeface="微软雅黑" charset="-122"/>
              </a:rPr>
              <a:t>评估结果：</a:t>
            </a:r>
            <a:br>
              <a:rPr lang="en-US" sz="1400" spc="60" dirty="0">
                <a:ln w="3175">
                  <a:noFill/>
                  <a:prstDash val="dash"/>
                </a:ln>
                <a:solidFill>
                  <a:schemeClr val="dk1">
                    <a:lumMod val="75000"/>
                    <a:lumOff val="25000"/>
                  </a:schemeClr>
                </a:solidFill>
                <a:uFillTx/>
                <a:latin typeface="微软雅黑" charset="-122"/>
                <a:ea typeface="微软雅黑" charset="-122"/>
                <a:cs typeface="微软雅黑" charset="-122"/>
              </a:rPr>
            </a:br>
            <a:r>
              <a:rPr lang="en-US" sz="1400" spc="60" dirty="0">
                <a:ln w="3175">
                  <a:noFill/>
                  <a:prstDash val="dash"/>
                </a:ln>
                <a:solidFill>
                  <a:schemeClr val="dk1">
                    <a:lumMod val="75000"/>
                    <a:lumOff val="25000"/>
                  </a:schemeClr>
                </a:solidFill>
                <a:uFillTx/>
                <a:latin typeface="微软雅黑" charset="-122"/>
                <a:ea typeface="微软雅黑" charset="-122"/>
                <a:cs typeface="微软雅黑" charset="-122"/>
              </a:rPr>
              <a:t>展示在不同数据集上的评估结果。</a:t>
            </a:r>
            <a:endParaRPr lang="en-US" sz="1400" spc="60" dirty="0">
              <a:ln w="3175">
                <a:noFill/>
                <a:prstDash val="dash"/>
              </a:ln>
              <a:solidFill>
                <a:schemeClr val="dk1">
                  <a:lumMod val="75000"/>
                  <a:lumOff val="25000"/>
                </a:schemeClr>
              </a:solidFill>
              <a:uFillTx/>
              <a:latin typeface="微软雅黑" charset="-122"/>
              <a:ea typeface="微软雅黑" charset="-122"/>
              <a:cs typeface="微软雅黑" charset="-122"/>
            </a:endParaRPr>
          </a:p>
        </p:txBody>
      </p:sp>
      <p:sp>
        <p:nvSpPr>
          <p:cNvPr id="11" name="矩形 10"/>
          <p:cNvSpPr/>
          <p:nvPr>
            <p:custDataLst>
              <p:tags r:id="rId7"/>
            </p:custDataLst>
          </p:nvPr>
        </p:nvSpPr>
        <p:spPr>
          <a:xfrm>
            <a:off x="0" y="1142989"/>
            <a:ext cx="114301" cy="285752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350">
              <a:solidFill>
                <a:schemeClr val="lt1"/>
              </a:solidFill>
              <a:latin typeface="微软雅黑" charset="-122"/>
              <a:ea typeface="微软雅黑" charset="-122"/>
            </a:endParaRPr>
          </a:p>
        </p:txBody>
      </p:sp>
    </p:spTree>
    <p:custDataLst>
      <p:tags r:id="rId8"/>
    </p:custData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
          <p:cNvSpPr txBox="1"/>
          <p:nvPr/>
        </p:nvSpPr>
        <p:spPr>
          <a:xfrm>
            <a:off x="405130" y="339725"/>
            <a:ext cx="3048000" cy="368300"/>
          </a:xfrm>
          <a:prstGeom prst="rect">
            <a:avLst/>
          </a:prstGeom>
          <a:noFill/>
        </p:spPr>
        <p:txBody>
          <a:bodyPr wrap="square" rtlCol="0">
            <a:spAutoFit/>
          </a:bodyPr>
          <a:p>
            <a:pPr indent="0">
              <a:buFont typeface="Arial" panose="020B0604020202090204" pitchFamily="34" charset="0"/>
              <a:buNone/>
            </a:pPr>
            <a:r>
              <a:rPr lang="zh-CN" altLang="en-US">
                <a:latin typeface="微软雅黑" charset="0"/>
                <a:ea typeface="微软雅黑" charset="0"/>
                <a:sym typeface="+mn-ea"/>
              </a:rPr>
              <a:t>数据集</a:t>
            </a:r>
            <a:endParaRPr lang="zh-CN" altLang="en-US">
              <a:latin typeface="微软雅黑" charset="0"/>
              <a:ea typeface="微软雅黑" charset="0"/>
              <a:sym typeface="+mn-ea"/>
            </a:endParaRPr>
          </a:p>
        </p:txBody>
      </p:sp>
      <p:pic>
        <p:nvPicPr>
          <p:cNvPr id="3" name="图片 2"/>
          <p:cNvPicPr>
            <a:picLocks noChangeAspect="1"/>
          </p:cNvPicPr>
          <p:nvPr>
            <p:custDataLst>
              <p:tags r:id="rId1"/>
            </p:custDataLst>
          </p:nvPr>
        </p:nvPicPr>
        <p:blipFill>
          <a:blip r:embed="rId2"/>
          <a:stretch>
            <a:fillRect/>
          </a:stretch>
        </p:blipFill>
        <p:spPr>
          <a:xfrm>
            <a:off x="1790065" y="726440"/>
            <a:ext cx="5250815" cy="2107565"/>
          </a:xfrm>
          <a:prstGeom prst="rect">
            <a:avLst/>
          </a:prstGeom>
        </p:spPr>
      </p:pic>
      <p:sp>
        <p:nvSpPr>
          <p:cNvPr id="5" name="文本框 4"/>
          <p:cNvSpPr txBox="1"/>
          <p:nvPr/>
        </p:nvSpPr>
        <p:spPr>
          <a:xfrm>
            <a:off x="640715" y="2995930"/>
            <a:ext cx="8103235" cy="2030095"/>
          </a:xfrm>
          <a:prstGeom prst="rect">
            <a:avLst/>
          </a:prstGeom>
          <a:noFill/>
        </p:spPr>
        <p:txBody>
          <a:bodyPr wrap="square" rtlCol="0">
            <a:spAutoFit/>
          </a:bodyPr>
          <a:p>
            <a:pPr marL="285750" indent="-285750">
              <a:buFont typeface="Arial" panose="020B0604020202090204" pitchFamily="34" charset="0"/>
              <a:buChar char="•"/>
            </a:pPr>
            <a:r>
              <a:rPr lang="zh-CN" altLang="en-US">
                <a:sym typeface="+mn-ea"/>
              </a:rPr>
              <a:t>In Metoo,E1 is American actress Alyssa Milano starts the#Metoo movement and E2 is#Timesup campaign on the 2019 GoldenGlobes Awards;</a:t>
            </a:r>
            <a:endParaRPr lang="zh-CN" altLang="en-US">
              <a:sym typeface="+mn-ea"/>
            </a:endParaRPr>
          </a:p>
          <a:p>
            <a:pPr marL="285750" indent="-285750">
              <a:buFont typeface="Arial" panose="020B0604020202090204" pitchFamily="34" charset="0"/>
              <a:buChar char="•"/>
            </a:pPr>
            <a:r>
              <a:rPr lang="zh-CN" altLang="en-US">
                <a:sym typeface="+mn-ea"/>
              </a:rPr>
              <a:t>In RoeOverturned,E1 is The leakage of the</a:t>
            </a:r>
            <a:r>
              <a:rPr lang="en-US" altLang="zh-CN">
                <a:sym typeface="+mn-ea"/>
              </a:rPr>
              <a:t> </a:t>
            </a:r>
            <a:r>
              <a:rPr lang="zh-CN" altLang="en-US">
                <a:sym typeface="+mn-ea"/>
              </a:rPr>
              <a:t>Supreme Court draft opinion and E2 is The Supreme</a:t>
            </a:r>
            <a:r>
              <a:rPr lang="en-US" altLang="zh-CN">
                <a:sym typeface="+mn-ea"/>
              </a:rPr>
              <a:t> </a:t>
            </a:r>
            <a:r>
              <a:rPr lang="zh-CN" altLang="en-US">
                <a:sym typeface="+mn-ea"/>
              </a:rPr>
              <a:t>Court overturns Roe v.Wade;</a:t>
            </a:r>
            <a:endParaRPr lang="zh-CN" altLang="en-US">
              <a:sym typeface="+mn-ea"/>
            </a:endParaRPr>
          </a:p>
          <a:p>
            <a:pPr marL="285750" indent="-285750">
              <a:buFont typeface="Arial" panose="020B0604020202090204" pitchFamily="34" charset="0"/>
              <a:buChar char="•"/>
            </a:pPr>
            <a:r>
              <a:rPr lang="zh-CN" altLang="en-US">
                <a:sym typeface="+mn-ea"/>
              </a:rPr>
              <a:t>In BLM,we include two</a:t>
            </a:r>
            <a:r>
              <a:rPr lang="en-US" altLang="zh-CN">
                <a:sym typeface="+mn-ea"/>
              </a:rPr>
              <a:t> </a:t>
            </a:r>
            <a:r>
              <a:rPr lang="zh-CN" altLang="en-US">
                <a:sym typeface="+mn-ea"/>
              </a:rPr>
              <a:t>phases after the Murder of George Floyd.</a:t>
            </a:r>
            <a:endParaRPr lang="zh-CN" altLang="en-US"/>
          </a:p>
          <a:p>
            <a:pPr indent="0">
              <a:buFont typeface="Arial" panose="020B0604020202090204" pitchFamily="34" charset="0"/>
              <a:buNone/>
            </a:pPr>
            <a:endParaRPr lang="en-US" altLang="zh-CN">
              <a:latin typeface="微软雅黑" charset="0"/>
              <a:ea typeface="微软雅黑" charset="0"/>
              <a:sym typeface="+mn-ea"/>
            </a:endParaRPr>
          </a:p>
        </p:txBody>
      </p:sp>
    </p:spTree>
    <p:custDataLst>
      <p:tags r:id="rId3"/>
    </p:custData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 name="矩形 13"/>
          <p:cNvSpPr/>
          <p:nvPr userDrawn="1">
            <p:custDataLst>
              <p:tags r:id="rId1"/>
            </p:custDataLst>
          </p:nvPr>
        </p:nvSpPr>
        <p:spPr>
          <a:xfrm>
            <a:off x="0" y="0"/>
            <a:ext cx="9144000" cy="684086"/>
          </a:xfrm>
          <a:prstGeom prst="rect">
            <a:avLst/>
          </a:prstGeom>
          <a:solidFill>
            <a:schemeClr val="dk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lvl="0" algn="ctr"/>
            <a:endParaRPr lang="en-US" altLang="zh-CN" sz="1350">
              <a:solidFill>
                <a:schemeClr val="lt1"/>
              </a:solidFill>
              <a:latin typeface="微软雅黑" charset="-122"/>
              <a:ea typeface="微软雅黑" charset="-122"/>
              <a:sym typeface="+mn-ea"/>
            </a:endParaRPr>
          </a:p>
        </p:txBody>
      </p:sp>
      <p:sp>
        <p:nvSpPr>
          <p:cNvPr id="18" name="矩形 11"/>
          <p:cNvSpPr/>
          <p:nvPr>
            <p:custDataLst>
              <p:tags r:id="rId2"/>
            </p:custDataLst>
          </p:nvPr>
        </p:nvSpPr>
        <p:spPr>
          <a:xfrm>
            <a:off x="698473" y="1104796"/>
            <a:ext cx="7747055" cy="3456454"/>
          </a:xfrm>
          <a:prstGeom prst="rect">
            <a:avLst/>
          </a:prstGeom>
          <a:solidFill>
            <a:schemeClr val="lt2"/>
          </a:solidFill>
          <a:ln>
            <a:noFill/>
          </a:ln>
          <a:effectLst>
            <a:outerShdw blurRad="381000" dir="5400000" algn="ctr" rotWithShape="0">
              <a:schemeClr val="lt1">
                <a:lumMod val="50000"/>
                <a:alpha val="7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350">
              <a:solidFill>
                <a:schemeClr val="lt1"/>
              </a:solidFill>
              <a:latin typeface="微软雅黑" charset="-122"/>
              <a:ea typeface="微软雅黑" charset="-122"/>
            </a:endParaRPr>
          </a:p>
        </p:txBody>
      </p:sp>
      <p:sp>
        <p:nvSpPr>
          <p:cNvPr id="15" name="文本框 14"/>
          <p:cNvSpPr txBox="1"/>
          <p:nvPr>
            <p:custDataLst>
              <p:tags r:id="rId3"/>
            </p:custDataLst>
          </p:nvPr>
        </p:nvSpPr>
        <p:spPr>
          <a:xfrm>
            <a:off x="342867" y="113348"/>
            <a:ext cx="8458267" cy="457200"/>
          </a:xfrm>
          <a:prstGeom prst="rect">
            <a:avLst/>
          </a:prstGeom>
          <a:noFill/>
        </p:spPr>
        <p:txBody>
          <a:bodyPr wrap="square" lIns="47625" tIns="19050" rIns="47625" bIns="19050" rtlCol="0" anchor="ctr" anchorCtr="0">
            <a:normAutofit fontScale="90000"/>
          </a:bodyPr>
          <a:p>
            <a:pPr marL="0" indent="0" algn="l">
              <a:lnSpc>
                <a:spcPct val="100000"/>
              </a:lnSpc>
              <a:spcBef>
                <a:spcPts val="0"/>
              </a:spcBef>
              <a:spcAft>
                <a:spcPts val="0"/>
              </a:spcAft>
              <a:buSzPct val="100000"/>
              <a:buNone/>
            </a:pPr>
            <a:r>
              <a:rPr lang="zh-CN" altLang="en-US" sz="2800" b="1" spc="120">
                <a:solidFill>
                  <a:schemeClr val="lt1"/>
                </a:solidFill>
                <a:uFillTx/>
                <a:latin typeface="微软雅黑" charset="-122"/>
                <a:ea typeface="微软雅黑" charset="-122"/>
                <a:sym typeface="+mn-ea"/>
              </a:rPr>
              <a:t>用户选择</a:t>
            </a:r>
            <a:endParaRPr lang="zh-CN" altLang="en-US" sz="2800" b="1" spc="120">
              <a:solidFill>
                <a:schemeClr val="lt1"/>
              </a:solidFill>
              <a:uFillTx/>
              <a:latin typeface="微软雅黑" charset="-122"/>
              <a:ea typeface="微软雅黑" charset="-122"/>
              <a:sym typeface="+mn-ea"/>
            </a:endParaRPr>
          </a:p>
        </p:txBody>
      </p:sp>
      <p:sp>
        <p:nvSpPr>
          <p:cNvPr id="16" name="Title 6"/>
          <p:cNvSpPr txBox="1"/>
          <p:nvPr>
            <p:custDataLst>
              <p:tags r:id="rId4"/>
            </p:custDataLst>
          </p:nvPr>
        </p:nvSpPr>
        <p:spPr>
          <a:xfrm>
            <a:off x="1085826" y="1598576"/>
            <a:ext cx="6972348" cy="2468890"/>
          </a:xfrm>
          <a:prstGeom prst="rect">
            <a:avLst/>
          </a:prstGeom>
          <a:noFill/>
          <a:ln w="3175">
            <a:noFill/>
            <a:prstDash val="dash"/>
          </a:ln>
        </p:spPr>
        <p:txBody>
          <a:bodyPr wrap="square" lIns="47625" tIns="19050" rIns="47625" bIns="19050" anchor="ctr" anchorCtr="0">
            <a:normAutofit lnSpcReduction="20000"/>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marL="279400" lvl="0" indent="-279400" algn="l" fontAlgn="ctr">
              <a:lnSpc>
                <a:spcPct val="120000"/>
              </a:lnSpc>
              <a:spcBef>
                <a:spcPts val="0"/>
              </a:spcBef>
              <a:spcAft>
                <a:spcPts val="800"/>
              </a:spcAft>
              <a:buSzPct val="100000"/>
              <a:buFont typeface="Wingdings" panose="05000000000000000000" charset="0"/>
              <a:buChar char="l"/>
            </a:pPr>
            <a:r>
              <a:rPr lang="en-US" altLang="zh-CN" sz="1400" spc="60">
                <a:ln w="3175">
                  <a:noFill/>
                  <a:prstDash val="dash"/>
                </a:ln>
                <a:solidFill>
                  <a:schemeClr val="dk1">
                    <a:lumMod val="75000"/>
                    <a:lumOff val="25000"/>
                  </a:schemeClr>
                </a:solidFill>
                <a:uFillTx/>
                <a:latin typeface="微软雅黑" charset="-122"/>
                <a:ea typeface="微软雅黑" charset="-122"/>
                <a:cs typeface="微软雅黑" charset="-122"/>
                <a:sym typeface="+mn-ea"/>
              </a:rPr>
              <a:t>核心用户的识别：通过活动和影响力指标对所有参与者进行排名来识别核心用户。</a:t>
            </a:r>
            <a:endParaRPr lang="en-US" altLang="zh-CN" sz="1400" spc="60">
              <a:ln w="3175">
                <a:noFill/>
                <a:prstDash val="dash"/>
              </a:ln>
              <a:solidFill>
                <a:schemeClr val="dk1">
                  <a:lumMod val="75000"/>
                  <a:lumOff val="25000"/>
                </a:schemeClr>
              </a:solidFill>
              <a:uFillTx/>
              <a:latin typeface="微软雅黑" charset="-122"/>
              <a:ea typeface="微软雅黑" charset="-122"/>
              <a:cs typeface="微软雅黑" charset="-122"/>
              <a:sym typeface="+mn-ea"/>
            </a:endParaRPr>
          </a:p>
          <a:p>
            <a:pPr marL="533400" lvl="1" indent="-254000" algn="l" fontAlgn="ctr">
              <a:lnSpc>
                <a:spcPct val="120000"/>
              </a:lnSpc>
              <a:spcBef>
                <a:spcPts val="0"/>
              </a:spcBef>
              <a:spcAft>
                <a:spcPts val="800"/>
              </a:spcAft>
              <a:buClrTx/>
              <a:buSzTx/>
              <a:buFont typeface="Arial" panose="020B0604020202090204" pitchFamily="34" charset="0"/>
              <a:buChar char="○"/>
            </a:pPr>
            <a:r>
              <a:rPr lang="en-US" altLang="zh-CN" sz="1200" spc="40">
                <a:ln w="3175">
                  <a:noFill/>
                  <a:prstDash val="dash"/>
                </a:ln>
                <a:solidFill>
                  <a:schemeClr val="dk1">
                    <a:lumMod val="75000"/>
                    <a:lumOff val="25000"/>
                  </a:schemeClr>
                </a:solidFill>
                <a:uFillTx/>
                <a:latin typeface="微软雅黑" charset="-122"/>
                <a:ea typeface="微软雅黑" charset="-122"/>
                <a:cs typeface="微软雅黑" charset="-122"/>
                <a:sym typeface="+mn-ea"/>
              </a:rPr>
              <a:t>根据转推数量，确定最有影响力的前100名个体。</a:t>
            </a:r>
            <a:endParaRPr lang="en-US" altLang="zh-CN" sz="1200" spc="40">
              <a:ln w="3175">
                <a:noFill/>
                <a:prstDash val="dash"/>
              </a:ln>
              <a:solidFill>
                <a:schemeClr val="dk1">
                  <a:lumMod val="75000"/>
                  <a:lumOff val="25000"/>
                </a:schemeClr>
              </a:solidFill>
              <a:uFillTx/>
              <a:latin typeface="微软雅黑" charset="-122"/>
              <a:ea typeface="微软雅黑" charset="-122"/>
              <a:cs typeface="微软雅黑" charset="-122"/>
              <a:sym typeface="+mn-ea"/>
            </a:endParaRPr>
          </a:p>
          <a:p>
            <a:pPr marL="533400" lvl="1" indent="-254000" algn="l" fontAlgn="ctr">
              <a:lnSpc>
                <a:spcPct val="120000"/>
              </a:lnSpc>
              <a:spcBef>
                <a:spcPts val="0"/>
              </a:spcBef>
              <a:spcAft>
                <a:spcPts val="800"/>
              </a:spcAft>
              <a:buClrTx/>
              <a:buSzTx/>
              <a:buFont typeface="Arial" panose="020B0604020202090204" pitchFamily="34" charset="0"/>
              <a:buChar char="○"/>
            </a:pPr>
            <a:r>
              <a:rPr lang="en-US" altLang="zh-CN" sz="1200" spc="40">
                <a:ln w="3175">
                  <a:noFill/>
                  <a:prstDash val="dash"/>
                </a:ln>
                <a:solidFill>
                  <a:schemeClr val="dk1">
                    <a:lumMod val="75000"/>
                    <a:lumOff val="25000"/>
                  </a:schemeClr>
                </a:solidFill>
                <a:uFillTx/>
                <a:latin typeface="微软雅黑" charset="-122"/>
                <a:ea typeface="微软雅黑" charset="-122"/>
                <a:cs typeface="微软雅黑" charset="-122"/>
                <a:sym typeface="+mn-ea"/>
              </a:rPr>
              <a:t>从这些个体的社交网络中，根据整体推文频率再选择200名活跃用户。</a:t>
            </a:r>
            <a:endParaRPr lang="en-US" altLang="zh-CN" sz="1200" spc="40">
              <a:ln w="3175">
                <a:noFill/>
                <a:prstDash val="dash"/>
              </a:ln>
              <a:solidFill>
                <a:schemeClr val="dk1">
                  <a:lumMod val="75000"/>
                  <a:lumOff val="25000"/>
                </a:schemeClr>
              </a:solidFill>
              <a:uFillTx/>
              <a:latin typeface="微软雅黑" charset="-122"/>
              <a:ea typeface="微软雅黑" charset="-122"/>
              <a:cs typeface="微软雅黑" charset="-122"/>
              <a:sym typeface="+mn-ea"/>
            </a:endParaRPr>
          </a:p>
          <a:p>
            <a:pPr marL="533400" lvl="1" indent="-254000" algn="l" fontAlgn="ctr">
              <a:lnSpc>
                <a:spcPct val="120000"/>
              </a:lnSpc>
              <a:spcBef>
                <a:spcPts val="0"/>
              </a:spcBef>
              <a:spcAft>
                <a:spcPts val="800"/>
              </a:spcAft>
              <a:buClrTx/>
              <a:buSzTx/>
              <a:buFont typeface="Arial" panose="020B0604020202090204" pitchFamily="34" charset="0"/>
              <a:buChar char="○"/>
            </a:pPr>
            <a:r>
              <a:rPr lang="en-US" altLang="zh-CN" sz="1200" spc="40">
                <a:ln w="3175">
                  <a:noFill/>
                  <a:prstDash val="dash"/>
                </a:ln>
                <a:solidFill>
                  <a:schemeClr val="dk1">
                    <a:lumMod val="75000"/>
                    <a:lumOff val="25000"/>
                  </a:schemeClr>
                </a:solidFill>
                <a:uFillTx/>
                <a:latin typeface="微软雅黑" charset="-122"/>
                <a:ea typeface="微软雅黑" charset="-122"/>
                <a:cs typeface="微软雅黑" charset="-122"/>
                <a:sym typeface="+mn-ea"/>
              </a:rPr>
              <a:t>核心用户总数：总共选出300名核心用户。</a:t>
            </a:r>
            <a:endParaRPr lang="en-US" altLang="zh-CN" sz="1200" spc="40">
              <a:ln w="3175">
                <a:noFill/>
                <a:prstDash val="dash"/>
              </a:ln>
              <a:solidFill>
                <a:schemeClr val="dk1">
                  <a:lumMod val="75000"/>
                  <a:lumOff val="25000"/>
                </a:schemeClr>
              </a:solidFill>
              <a:uFillTx/>
              <a:latin typeface="微软雅黑" charset="-122"/>
              <a:ea typeface="微软雅黑" charset="-122"/>
              <a:cs typeface="微软雅黑" charset="-122"/>
              <a:sym typeface="+mn-ea"/>
            </a:endParaRPr>
          </a:p>
          <a:p>
            <a:pPr marL="279400" lvl="0" indent="-279400" algn="l" fontAlgn="ctr">
              <a:lnSpc>
                <a:spcPct val="120000"/>
              </a:lnSpc>
              <a:spcBef>
                <a:spcPts val="0"/>
              </a:spcBef>
              <a:spcAft>
                <a:spcPts val="800"/>
              </a:spcAft>
              <a:buClrTx/>
              <a:buSzTx/>
              <a:buFont typeface="Wingdings" panose="05000000000000000000" charset="0"/>
              <a:buChar char="l"/>
            </a:pPr>
            <a:r>
              <a:rPr lang="en-US" altLang="zh-CN" sz="1400" spc="60" smtClean="0">
                <a:ln w="3175">
                  <a:noFill/>
                  <a:prstDash val="dash"/>
                </a:ln>
                <a:solidFill>
                  <a:schemeClr val="dk1">
                    <a:lumMod val="75000"/>
                    <a:lumOff val="25000"/>
                  </a:schemeClr>
                </a:solidFill>
                <a:effectLst/>
                <a:uFillTx/>
                <a:latin typeface="微软雅黑" charset="-122"/>
                <a:ea typeface="微软雅黑" charset="-122"/>
                <a:cs typeface="微软雅黑" charset="-122"/>
                <a:sym typeface="+mn-ea"/>
              </a:rPr>
              <a:t>随机</a:t>
            </a:r>
            <a:r>
              <a:rPr lang="en-US" altLang="zh-CN" sz="1400" spc="60">
                <a:ln w="3175">
                  <a:noFill/>
                  <a:prstDash val="dash"/>
                </a:ln>
                <a:solidFill>
                  <a:schemeClr val="dk1">
                    <a:lumMod val="75000"/>
                    <a:lumOff val="25000"/>
                  </a:schemeClr>
                </a:solidFill>
                <a:uFillTx/>
                <a:latin typeface="微软雅黑" charset="-122"/>
                <a:ea typeface="微软雅黑" charset="-122"/>
                <a:cs typeface="微软雅黑" charset="-122"/>
                <a:sym typeface="+mn-ea"/>
              </a:rPr>
              <a:t>抽样普通用户：在事件期间发布推文的用户中，随机抽取普通用户。</a:t>
            </a:r>
            <a:endParaRPr lang="en-US" altLang="zh-CN" sz="1400" spc="60">
              <a:ln w="3175">
                <a:noFill/>
                <a:prstDash val="dash"/>
              </a:ln>
              <a:solidFill>
                <a:schemeClr val="dk1">
                  <a:lumMod val="75000"/>
                  <a:lumOff val="25000"/>
                </a:schemeClr>
              </a:solidFill>
              <a:uFillTx/>
              <a:latin typeface="微软雅黑" charset="-122"/>
              <a:ea typeface="微软雅黑" charset="-122"/>
              <a:cs typeface="微软雅黑" charset="-122"/>
              <a:sym typeface="+mn-ea"/>
            </a:endParaRPr>
          </a:p>
          <a:p>
            <a:pPr marL="533400" lvl="1" indent="-254000" algn="l" fontAlgn="ctr">
              <a:lnSpc>
                <a:spcPct val="120000"/>
              </a:lnSpc>
              <a:spcBef>
                <a:spcPts val="0"/>
              </a:spcBef>
              <a:spcAft>
                <a:spcPts val="800"/>
              </a:spcAft>
              <a:buSzPct val="100000"/>
              <a:buFont typeface="Arial" panose="020B0604020202090204" pitchFamily="34" charset="0"/>
              <a:buChar char="○"/>
            </a:pPr>
            <a:r>
              <a:rPr lang="en-US" altLang="zh-CN" sz="1200" spc="40">
                <a:ln w="3175">
                  <a:noFill/>
                  <a:prstDash val="dash"/>
                </a:ln>
                <a:solidFill>
                  <a:schemeClr val="dk1">
                    <a:lumMod val="75000"/>
                    <a:lumOff val="25000"/>
                  </a:schemeClr>
                </a:solidFill>
                <a:uFillTx/>
                <a:latin typeface="微软雅黑" charset="-122"/>
                <a:ea typeface="微软雅黑" charset="-122"/>
                <a:cs typeface="微软雅黑" charset="-122"/>
                <a:sym typeface="+mn-ea"/>
              </a:rPr>
              <a:t>数据收集：收集所选用户在事件期间的社交网络和推文。</a:t>
            </a:r>
            <a:endParaRPr lang="en-US" altLang="zh-CN" sz="1200" spc="40">
              <a:ln w="3175">
                <a:noFill/>
                <a:prstDash val="dash"/>
              </a:ln>
              <a:solidFill>
                <a:schemeClr val="dk1">
                  <a:lumMod val="75000"/>
                  <a:lumOff val="25000"/>
                </a:schemeClr>
              </a:solidFill>
              <a:uFillTx/>
              <a:latin typeface="微软雅黑" charset="-122"/>
              <a:ea typeface="微软雅黑" charset="-122"/>
              <a:cs typeface="微软雅黑" charset="-122"/>
              <a:sym typeface="+mn-ea"/>
            </a:endParaRPr>
          </a:p>
          <a:p>
            <a:pPr marL="533400" lvl="1" indent="-254000" algn="l" fontAlgn="ctr">
              <a:lnSpc>
                <a:spcPct val="120000"/>
              </a:lnSpc>
              <a:spcBef>
                <a:spcPts val="0"/>
              </a:spcBef>
              <a:spcAft>
                <a:spcPts val="800"/>
              </a:spcAft>
              <a:buSzPct val="100000"/>
              <a:buFont typeface="Arial" panose="020B0604020202090204" pitchFamily="34" charset="0"/>
              <a:buChar char="○"/>
            </a:pPr>
            <a:r>
              <a:rPr lang="en-US" altLang="zh-CN" sz="1200" spc="40">
                <a:ln w="3175">
                  <a:noFill/>
                  <a:prstDash val="dash"/>
                </a:ln>
                <a:solidFill>
                  <a:schemeClr val="dk1">
                    <a:lumMod val="75000"/>
                    <a:lumOff val="25000"/>
                  </a:schemeClr>
                </a:solidFill>
                <a:uFillTx/>
                <a:latin typeface="微软雅黑" charset="-122"/>
                <a:ea typeface="微软雅黑" charset="-122"/>
                <a:cs typeface="微软雅黑" charset="-122"/>
                <a:sym typeface="+mn-ea"/>
              </a:rPr>
              <a:t>态度分数</a:t>
            </a:r>
            <a:r>
              <a:rPr lang="zh-CN" altLang="en-US" sz="1200" spc="40">
                <a:ln w="3175">
                  <a:noFill/>
                  <a:prstDash val="dash"/>
                </a:ln>
                <a:solidFill>
                  <a:schemeClr val="dk1">
                    <a:lumMod val="75000"/>
                    <a:lumOff val="25000"/>
                  </a:schemeClr>
                </a:solidFill>
                <a:uFillTx/>
                <a:latin typeface="微软雅黑" charset="-122"/>
                <a:ea typeface="微软雅黑" charset="-122"/>
                <a:cs typeface="微软雅黑" charset="-122"/>
                <a:sym typeface="+mn-ea"/>
              </a:rPr>
              <a:t>标注</a:t>
            </a:r>
            <a:r>
              <a:rPr lang="en-US" altLang="zh-CN" sz="1200" spc="40">
                <a:ln w="3175">
                  <a:noFill/>
                  <a:prstDash val="dash"/>
                </a:ln>
                <a:solidFill>
                  <a:schemeClr val="dk1">
                    <a:lumMod val="75000"/>
                    <a:lumOff val="25000"/>
                  </a:schemeClr>
                </a:solidFill>
                <a:uFillTx/>
                <a:latin typeface="微软雅黑" charset="-122"/>
                <a:ea typeface="微软雅黑" charset="-122"/>
                <a:cs typeface="微软雅黑" charset="-122"/>
                <a:sym typeface="+mn-ea"/>
              </a:rPr>
              <a:t>：使用GPT-3.5和Textblob工具为收集到的推文内容标注态度分数。</a:t>
            </a:r>
            <a:endParaRPr lang="en-US" altLang="zh-CN" sz="1200" spc="40">
              <a:ln w="3175">
                <a:noFill/>
                <a:prstDash val="dash"/>
              </a:ln>
              <a:solidFill>
                <a:schemeClr val="dk1">
                  <a:lumMod val="75000"/>
                  <a:lumOff val="25000"/>
                </a:schemeClr>
              </a:solidFill>
              <a:uFillTx/>
              <a:latin typeface="微软雅黑" charset="-122"/>
              <a:ea typeface="微软雅黑" charset="-122"/>
              <a:cs typeface="微软雅黑" charset="-122"/>
              <a:sym typeface="+mn-ea"/>
            </a:endParaRPr>
          </a:p>
          <a:p>
            <a:pPr marL="533400" lvl="1" indent="-254000" algn="l" fontAlgn="ctr">
              <a:lnSpc>
                <a:spcPct val="120000"/>
              </a:lnSpc>
              <a:spcBef>
                <a:spcPts val="0"/>
              </a:spcBef>
              <a:spcAft>
                <a:spcPts val="800"/>
              </a:spcAft>
              <a:buSzPct val="100000"/>
              <a:buFont typeface="Arial" panose="020B0604020202090204" pitchFamily="34" charset="0"/>
              <a:buChar char="○"/>
            </a:pPr>
            <a:r>
              <a:rPr lang="zh-CN" altLang="en-US" sz="1200" spc="40">
                <a:ln w="3175">
                  <a:noFill/>
                  <a:prstDash val="dash"/>
                </a:ln>
                <a:solidFill>
                  <a:schemeClr val="dk1">
                    <a:lumMod val="75000"/>
                    <a:lumOff val="25000"/>
                  </a:schemeClr>
                </a:solidFill>
                <a:uFillTx/>
                <a:latin typeface="微软雅黑" charset="-122"/>
                <a:ea typeface="微软雅黑" charset="-122"/>
                <a:cs typeface="微软雅黑" charset="-122"/>
                <a:sym typeface="+mn-ea"/>
              </a:rPr>
              <a:t>普通用户综合：</a:t>
            </a:r>
            <a:r>
              <a:rPr lang="en-US" altLang="zh-CN" sz="1200" spc="40">
                <a:ln w="3175">
                  <a:noFill/>
                  <a:prstDash val="dash"/>
                </a:ln>
                <a:solidFill>
                  <a:schemeClr val="dk1">
                    <a:lumMod val="75000"/>
                    <a:lumOff val="25000"/>
                  </a:schemeClr>
                </a:solidFill>
                <a:uFillTx/>
                <a:latin typeface="微软雅黑" charset="-122"/>
                <a:ea typeface="微软雅黑" charset="-122"/>
                <a:cs typeface="微软雅黑" charset="-122"/>
                <a:sym typeface="+mn-ea"/>
              </a:rPr>
              <a:t>700</a:t>
            </a:r>
            <a:r>
              <a:rPr lang="zh-CN" altLang="en-US" sz="1200" spc="40">
                <a:ln w="3175">
                  <a:noFill/>
                  <a:prstDash val="dash"/>
                </a:ln>
                <a:solidFill>
                  <a:schemeClr val="dk1">
                    <a:lumMod val="75000"/>
                    <a:lumOff val="25000"/>
                  </a:schemeClr>
                </a:solidFill>
                <a:uFillTx/>
                <a:latin typeface="微软雅黑" charset="-122"/>
                <a:ea typeface="微软雅黑" charset="-122"/>
                <a:cs typeface="微软雅黑" charset="-122"/>
                <a:sym typeface="+mn-ea"/>
              </a:rPr>
              <a:t>个</a:t>
            </a:r>
            <a:endParaRPr lang="zh-CN" altLang="en-US" sz="1200" spc="40">
              <a:ln w="3175">
                <a:noFill/>
                <a:prstDash val="dash"/>
              </a:ln>
              <a:solidFill>
                <a:schemeClr val="dk1">
                  <a:lumMod val="75000"/>
                  <a:lumOff val="25000"/>
                </a:schemeClr>
              </a:solidFill>
              <a:uFillTx/>
              <a:latin typeface="微软雅黑" charset="-122"/>
              <a:ea typeface="微软雅黑" charset="-122"/>
              <a:cs typeface="微软雅黑" charset="-122"/>
              <a:sym typeface="+mn-ea"/>
            </a:endParaRPr>
          </a:p>
        </p:txBody>
      </p:sp>
    </p:spTree>
    <p:custDataLst>
      <p:tags r:id="rId5"/>
    </p:custData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文本框 2"/>
          <p:cNvSpPr txBox="1"/>
          <p:nvPr/>
        </p:nvSpPr>
        <p:spPr>
          <a:xfrm>
            <a:off x="342265" y="782955"/>
            <a:ext cx="8582025" cy="645160"/>
          </a:xfrm>
          <a:prstGeom prst="rect">
            <a:avLst/>
          </a:prstGeom>
          <a:noFill/>
        </p:spPr>
        <p:txBody>
          <a:bodyPr wrap="square" rtlCol="0">
            <a:spAutoFit/>
          </a:bodyPr>
          <a:p>
            <a:pPr indent="0">
              <a:buFont typeface="Arial" panose="020B0604020202090204" pitchFamily="34" charset="0"/>
              <a:buNone/>
            </a:pPr>
            <a:r>
              <a:rPr lang="en-US" altLang="zh-CN">
                <a:latin typeface="微软雅黑" charset="0"/>
                <a:ea typeface="微软雅黑" charset="0"/>
                <a:sym typeface="+mn-ea"/>
              </a:rPr>
              <a:t>单轮模拟：通过为每个核心用户代理提供真实的上下文信息进行单轮模拟。</a:t>
            </a:r>
            <a:endParaRPr lang="en-US" altLang="zh-CN">
              <a:latin typeface="微软雅黑" charset="0"/>
              <a:ea typeface="微软雅黑" charset="0"/>
              <a:sym typeface="+mn-ea"/>
            </a:endParaRPr>
          </a:p>
          <a:p>
            <a:pPr indent="0">
              <a:buFont typeface="Arial" panose="020B0604020202090204" pitchFamily="34" charset="0"/>
              <a:buNone/>
            </a:pPr>
            <a:r>
              <a:rPr lang="en-US" altLang="zh-CN">
                <a:latin typeface="微软雅黑" charset="0"/>
                <a:ea typeface="微软雅黑" charset="0"/>
                <a:sym typeface="+mn-ea"/>
              </a:rPr>
              <a:t>评估决策制定：对核心用户代理的决策过程进行评估。</a:t>
            </a:r>
            <a:endParaRPr lang="en-US" altLang="zh-CN">
              <a:latin typeface="微软雅黑" charset="0"/>
              <a:ea typeface="微软雅黑" charset="0"/>
              <a:sym typeface="+mn-ea"/>
            </a:endParaRPr>
          </a:p>
        </p:txBody>
      </p:sp>
      <p:sp>
        <p:nvSpPr>
          <p:cNvPr id="4" name="文本框 3"/>
          <p:cNvSpPr txBox="1"/>
          <p:nvPr/>
        </p:nvSpPr>
        <p:spPr>
          <a:xfrm>
            <a:off x="255905" y="1911985"/>
            <a:ext cx="2809875" cy="1753235"/>
          </a:xfrm>
          <a:prstGeom prst="rect">
            <a:avLst/>
          </a:prstGeom>
          <a:noFill/>
        </p:spPr>
        <p:txBody>
          <a:bodyPr wrap="square" rtlCol="0">
            <a:spAutoFit/>
          </a:bodyPr>
          <a:p>
            <a:pPr indent="0">
              <a:buFont typeface="Arial" panose="020B0604020202090204" pitchFamily="34" charset="0"/>
              <a:buNone/>
            </a:pPr>
            <a:r>
              <a:rPr lang="en-US" altLang="zh-CN">
                <a:latin typeface="微软雅黑" charset="0"/>
                <a:ea typeface="微软雅黑" charset="0"/>
                <a:sym typeface="+mn-ea"/>
              </a:rPr>
              <a:t>立场对齐（Stance Alignment）：</a:t>
            </a:r>
            <a:endParaRPr lang="en-US" altLang="zh-CN">
              <a:latin typeface="微软雅黑" charset="0"/>
              <a:ea typeface="微软雅黑" charset="0"/>
              <a:sym typeface="+mn-ea"/>
            </a:endParaRPr>
          </a:p>
          <a:p>
            <a:pPr marL="285750" indent="-285750">
              <a:buFont typeface="Arial" panose="020B0604020202090204" pitchFamily="34" charset="0"/>
              <a:buChar char="•"/>
            </a:pPr>
            <a:r>
              <a:rPr lang="en-US" altLang="zh-CN">
                <a:latin typeface="微软雅黑" charset="0"/>
                <a:ea typeface="微软雅黑" charset="0"/>
                <a:sym typeface="+mn-ea"/>
              </a:rPr>
              <a:t>评估生成内容的立场。</a:t>
            </a:r>
            <a:endParaRPr lang="en-US" altLang="zh-CN">
              <a:latin typeface="微软雅黑" charset="0"/>
              <a:ea typeface="微软雅黑" charset="0"/>
              <a:sym typeface="+mn-ea"/>
            </a:endParaRPr>
          </a:p>
          <a:p>
            <a:pPr marL="285750" indent="-285750">
              <a:buFont typeface="Arial" panose="020B0604020202090204" pitchFamily="34" charset="0"/>
              <a:buChar char="•"/>
            </a:pPr>
            <a:r>
              <a:rPr lang="en-US" altLang="zh-CN">
                <a:latin typeface="微软雅黑" charset="0"/>
                <a:ea typeface="微软雅黑" charset="0"/>
                <a:sym typeface="+mn-ea"/>
              </a:rPr>
              <a:t>将</a:t>
            </a:r>
            <a:r>
              <a:rPr lang="zh-CN" altLang="en-US">
                <a:latin typeface="微软雅黑" charset="0"/>
                <a:ea typeface="微软雅黑" charset="0"/>
                <a:sym typeface="+mn-ea"/>
              </a:rPr>
              <a:t>立场分</a:t>
            </a:r>
            <a:r>
              <a:rPr lang="en-US" altLang="zh-CN">
                <a:latin typeface="微软雅黑" charset="0"/>
                <a:ea typeface="微软雅黑" charset="0"/>
                <a:sym typeface="+mn-ea"/>
              </a:rPr>
              <a:t>为三种类别：支持、中立和反对。</a:t>
            </a:r>
            <a:endParaRPr lang="en-US" altLang="zh-CN">
              <a:latin typeface="微软雅黑" charset="0"/>
              <a:ea typeface="微软雅黑" charset="0"/>
              <a:sym typeface="+mn-ea"/>
            </a:endParaRPr>
          </a:p>
          <a:p>
            <a:pPr marL="285750" indent="-285750">
              <a:buFont typeface="Arial" panose="020B0604020202090204" pitchFamily="34" charset="0"/>
              <a:buChar char="•"/>
            </a:pPr>
            <a:r>
              <a:rPr lang="zh-CN" altLang="en-US">
                <a:latin typeface="微软雅黑" charset="0"/>
                <a:ea typeface="微软雅黑" charset="0"/>
                <a:sym typeface="+mn-ea"/>
              </a:rPr>
              <a:t>计算</a:t>
            </a:r>
            <a:r>
              <a:rPr lang="en-US" altLang="zh-CN">
                <a:latin typeface="微软雅黑" charset="0"/>
                <a:ea typeface="微软雅黑" charset="0"/>
                <a:sym typeface="+mn-ea"/>
              </a:rPr>
              <a:t>准确度和F1分数。</a:t>
            </a:r>
            <a:endParaRPr lang="en-US" altLang="zh-CN">
              <a:latin typeface="微软雅黑" charset="0"/>
              <a:ea typeface="微软雅黑" charset="0"/>
              <a:sym typeface="+mn-ea"/>
            </a:endParaRPr>
          </a:p>
        </p:txBody>
      </p:sp>
      <p:sp>
        <p:nvSpPr>
          <p:cNvPr id="5" name="文本框 4"/>
          <p:cNvSpPr txBox="1"/>
          <p:nvPr/>
        </p:nvSpPr>
        <p:spPr>
          <a:xfrm>
            <a:off x="3037205" y="1856740"/>
            <a:ext cx="3048000" cy="2306955"/>
          </a:xfrm>
          <a:prstGeom prst="rect">
            <a:avLst/>
          </a:prstGeom>
          <a:noFill/>
        </p:spPr>
        <p:txBody>
          <a:bodyPr wrap="square" rtlCol="0">
            <a:spAutoFit/>
          </a:bodyPr>
          <a:p>
            <a:pPr indent="0">
              <a:buFont typeface="Arial" panose="020B0604020202090204" pitchFamily="34" charset="0"/>
              <a:buNone/>
            </a:pPr>
            <a:r>
              <a:rPr lang="en-US" altLang="zh-CN">
                <a:latin typeface="微软雅黑" charset="0"/>
                <a:ea typeface="微软雅黑" charset="0"/>
                <a:sym typeface="+mn-ea"/>
              </a:rPr>
              <a:t>内容对齐（Content Alignment）：</a:t>
            </a:r>
            <a:endParaRPr lang="en-US" altLang="zh-CN">
              <a:latin typeface="微软雅黑" charset="0"/>
              <a:ea typeface="微软雅黑" charset="0"/>
              <a:sym typeface="+mn-ea"/>
            </a:endParaRPr>
          </a:p>
          <a:p>
            <a:pPr marL="285750" indent="-285750">
              <a:buFont typeface="Arial" panose="020B0604020202090204" pitchFamily="34" charset="0"/>
              <a:buChar char="•"/>
            </a:pPr>
            <a:r>
              <a:rPr lang="en-US" altLang="zh-CN">
                <a:latin typeface="微软雅黑" charset="0"/>
                <a:ea typeface="微软雅黑" charset="0"/>
                <a:sym typeface="+mn-ea"/>
              </a:rPr>
              <a:t>内容分类：号召行动、分享观点、提及第三方、证词和其它。</a:t>
            </a:r>
            <a:endParaRPr lang="en-US" altLang="zh-CN">
              <a:latin typeface="微软雅黑" charset="0"/>
              <a:ea typeface="微软雅黑" charset="0"/>
              <a:sym typeface="+mn-ea"/>
            </a:endParaRPr>
          </a:p>
          <a:p>
            <a:pPr marL="285750" indent="-285750">
              <a:buFont typeface="Arial" panose="020B0604020202090204" pitchFamily="34" charset="0"/>
              <a:buChar char="•"/>
            </a:pPr>
            <a:r>
              <a:rPr lang="zh-CN" altLang="en-US">
                <a:latin typeface="微软雅黑" charset="0"/>
                <a:ea typeface="微软雅黑" charset="0"/>
                <a:sym typeface="+mn-ea"/>
              </a:rPr>
              <a:t>计算</a:t>
            </a:r>
            <a:r>
              <a:rPr lang="en-US" altLang="zh-CN">
                <a:latin typeface="微软雅黑" charset="0"/>
                <a:ea typeface="微软雅黑" charset="0"/>
                <a:sym typeface="+mn-ea"/>
              </a:rPr>
              <a:t>准确度和F1分数。</a:t>
            </a:r>
            <a:endParaRPr lang="en-US" altLang="zh-CN">
              <a:latin typeface="微软雅黑" charset="0"/>
              <a:ea typeface="微软雅黑" charset="0"/>
              <a:sym typeface="+mn-ea"/>
            </a:endParaRPr>
          </a:p>
          <a:p>
            <a:pPr marL="285750" indent="-285750">
              <a:buFont typeface="Arial" panose="020B0604020202090204" pitchFamily="34" charset="0"/>
              <a:buChar char="•"/>
            </a:pPr>
            <a:r>
              <a:rPr lang="en-US" altLang="zh-CN">
                <a:latin typeface="微软雅黑" charset="0"/>
                <a:ea typeface="微软雅黑" charset="0"/>
                <a:sym typeface="+mn-ea"/>
              </a:rPr>
              <a:t>提供模拟内容与真实内容之间的余弦相似性。</a:t>
            </a:r>
            <a:endParaRPr lang="en-US" altLang="zh-CN">
              <a:latin typeface="微软雅黑" charset="0"/>
              <a:ea typeface="微软雅黑" charset="0"/>
              <a:sym typeface="+mn-ea"/>
            </a:endParaRPr>
          </a:p>
        </p:txBody>
      </p:sp>
      <p:sp>
        <p:nvSpPr>
          <p:cNvPr id="6" name="文本框 5"/>
          <p:cNvSpPr txBox="1"/>
          <p:nvPr/>
        </p:nvSpPr>
        <p:spPr>
          <a:xfrm>
            <a:off x="6242050" y="1856740"/>
            <a:ext cx="2682875" cy="2306955"/>
          </a:xfrm>
          <a:prstGeom prst="rect">
            <a:avLst/>
          </a:prstGeom>
          <a:noFill/>
        </p:spPr>
        <p:txBody>
          <a:bodyPr wrap="square" rtlCol="0">
            <a:spAutoFit/>
          </a:bodyPr>
          <a:p>
            <a:pPr indent="0">
              <a:buFont typeface="Arial" panose="020B0604020202090204" pitchFamily="34" charset="0"/>
              <a:buNone/>
            </a:pPr>
            <a:r>
              <a:rPr lang="en-US" altLang="zh-CN">
                <a:latin typeface="微软雅黑" charset="0"/>
                <a:ea typeface="微软雅黑" charset="0"/>
                <a:sym typeface="+mn-ea"/>
              </a:rPr>
              <a:t>行为对齐（Behavior Alignment）：</a:t>
            </a:r>
            <a:endParaRPr lang="en-US" altLang="zh-CN">
              <a:latin typeface="微软雅黑" charset="0"/>
              <a:ea typeface="微软雅黑" charset="0"/>
              <a:sym typeface="+mn-ea"/>
            </a:endParaRPr>
          </a:p>
          <a:p>
            <a:pPr marL="285750" indent="-285750">
              <a:buFont typeface="Arial" panose="020B0604020202090204" pitchFamily="34" charset="0"/>
              <a:buChar char="•"/>
            </a:pPr>
            <a:r>
              <a:rPr lang="en-US" altLang="zh-CN">
                <a:latin typeface="微软雅黑" charset="0"/>
                <a:ea typeface="微软雅黑" charset="0"/>
                <a:sym typeface="+mn-ea"/>
              </a:rPr>
              <a:t>评估代理是否采取用户实际执行的相应行动。</a:t>
            </a:r>
            <a:endParaRPr lang="en-US" altLang="zh-CN">
              <a:latin typeface="微软雅黑" charset="0"/>
              <a:ea typeface="微软雅黑" charset="0"/>
              <a:sym typeface="+mn-ea"/>
            </a:endParaRPr>
          </a:p>
          <a:p>
            <a:pPr marL="285750" indent="-285750">
              <a:buFont typeface="Arial" panose="020B0604020202090204" pitchFamily="34" charset="0"/>
              <a:buChar char="•"/>
            </a:pPr>
            <a:r>
              <a:rPr lang="zh-CN" altLang="en-US">
                <a:latin typeface="微软雅黑" charset="0"/>
                <a:ea typeface="微软雅黑" charset="0"/>
                <a:sym typeface="+mn-ea"/>
              </a:rPr>
              <a:t>行为</a:t>
            </a:r>
            <a:r>
              <a:rPr lang="zh-CN" altLang="en-US">
                <a:latin typeface="微软雅黑" charset="0"/>
                <a:ea typeface="微软雅黑" charset="0"/>
                <a:sym typeface="+mn-ea"/>
              </a:rPr>
              <a:t>分类：</a:t>
            </a:r>
            <a:r>
              <a:rPr lang="en-US" altLang="zh-CN">
                <a:latin typeface="微软雅黑" charset="0"/>
                <a:ea typeface="微软雅黑" charset="0"/>
                <a:sym typeface="+mn-ea"/>
              </a:rPr>
              <a:t>发帖和转推。</a:t>
            </a:r>
            <a:endParaRPr lang="en-US" altLang="zh-CN">
              <a:latin typeface="微软雅黑" charset="0"/>
              <a:ea typeface="微软雅黑" charset="0"/>
              <a:sym typeface="+mn-ea"/>
            </a:endParaRPr>
          </a:p>
          <a:p>
            <a:pPr marL="285750" indent="-285750">
              <a:buFont typeface="Arial" panose="020B0604020202090204" pitchFamily="34" charset="0"/>
              <a:buChar char="•"/>
            </a:pPr>
            <a:r>
              <a:rPr lang="zh-CN" altLang="en-US">
                <a:latin typeface="微软雅黑" charset="0"/>
                <a:ea typeface="微软雅黑" charset="0"/>
                <a:sym typeface="+mn-ea"/>
              </a:rPr>
              <a:t>计算</a:t>
            </a:r>
            <a:r>
              <a:rPr lang="en-US" altLang="zh-CN">
                <a:latin typeface="微软雅黑" charset="0"/>
                <a:ea typeface="微软雅黑" charset="0"/>
                <a:sym typeface="+mn-ea"/>
              </a:rPr>
              <a:t>准确度和F1分数。</a:t>
            </a:r>
            <a:endParaRPr lang="en-US" altLang="zh-CN">
              <a:latin typeface="微软雅黑" charset="0"/>
              <a:ea typeface="微软雅黑" charset="0"/>
              <a:sym typeface="+mn-ea"/>
            </a:endParaRPr>
          </a:p>
        </p:txBody>
      </p:sp>
      <p:sp>
        <p:nvSpPr>
          <p:cNvPr id="14" name="矩形 13"/>
          <p:cNvSpPr/>
          <p:nvPr userDrawn="1">
            <p:custDataLst>
              <p:tags r:id="rId1"/>
            </p:custDataLst>
          </p:nvPr>
        </p:nvSpPr>
        <p:spPr>
          <a:xfrm>
            <a:off x="0" y="0"/>
            <a:ext cx="9144000" cy="684086"/>
          </a:xfrm>
          <a:prstGeom prst="rect">
            <a:avLst/>
          </a:prstGeom>
          <a:solidFill>
            <a:schemeClr val="dk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lvl="0" algn="ctr"/>
            <a:endParaRPr lang="en-US" altLang="zh-CN" sz="1350">
              <a:solidFill>
                <a:schemeClr val="lt1"/>
              </a:solidFill>
              <a:latin typeface="微软雅黑" charset="-122"/>
              <a:ea typeface="微软雅黑" charset="-122"/>
              <a:sym typeface="+mn-ea"/>
            </a:endParaRPr>
          </a:p>
        </p:txBody>
      </p:sp>
      <p:sp>
        <p:nvSpPr>
          <p:cNvPr id="15" name="文本框 14"/>
          <p:cNvSpPr txBox="1"/>
          <p:nvPr>
            <p:custDataLst>
              <p:tags r:id="rId2"/>
            </p:custDataLst>
          </p:nvPr>
        </p:nvSpPr>
        <p:spPr>
          <a:xfrm>
            <a:off x="342867" y="113348"/>
            <a:ext cx="8458267" cy="457200"/>
          </a:xfrm>
          <a:prstGeom prst="rect">
            <a:avLst/>
          </a:prstGeom>
          <a:noFill/>
        </p:spPr>
        <p:txBody>
          <a:bodyPr wrap="square" lIns="47625" tIns="19050" rIns="47625" bIns="19050" rtlCol="0" anchor="ctr" anchorCtr="0">
            <a:normAutofit fontScale="90000"/>
          </a:bodyPr>
          <a:p>
            <a:pPr marL="0" indent="0" algn="l">
              <a:lnSpc>
                <a:spcPct val="100000"/>
              </a:lnSpc>
              <a:spcBef>
                <a:spcPts val="0"/>
              </a:spcBef>
              <a:spcAft>
                <a:spcPts val="0"/>
              </a:spcAft>
              <a:buSzPct val="100000"/>
              <a:buNone/>
            </a:pPr>
            <a:r>
              <a:rPr lang="zh-CN" altLang="en-US" sz="2800" b="1" spc="120">
                <a:solidFill>
                  <a:schemeClr val="lt1"/>
                </a:solidFill>
                <a:uFillTx/>
                <a:latin typeface="微软雅黑" charset="-122"/>
                <a:ea typeface="微软雅黑" charset="-122"/>
                <a:sym typeface="+mn-ea"/>
              </a:rPr>
              <a:t>微观层面的用户</a:t>
            </a:r>
            <a:r>
              <a:rPr lang="zh-CN" altLang="en-US" sz="2800" b="1" spc="120">
                <a:solidFill>
                  <a:schemeClr val="lt1"/>
                </a:solidFill>
                <a:uFillTx/>
                <a:latin typeface="微软雅黑" charset="-122"/>
                <a:ea typeface="微软雅黑" charset="-122"/>
                <a:sym typeface="+mn-ea"/>
              </a:rPr>
              <a:t>模拟</a:t>
            </a:r>
            <a:endParaRPr lang="zh-CN" altLang="en-US" sz="2800" b="1" spc="120">
              <a:solidFill>
                <a:schemeClr val="lt1"/>
              </a:solidFill>
              <a:uFillTx/>
              <a:latin typeface="微软雅黑" charset="-122"/>
              <a:ea typeface="微软雅黑" charset="-122"/>
              <a:sym typeface="+mn-ea"/>
            </a:endParaRPr>
          </a:p>
        </p:txBody>
      </p:sp>
    </p:spTree>
    <p:custDataLst>
      <p:tags r:id="rId3"/>
    </p:custData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 name="矩形 12"/>
          <p:cNvSpPr/>
          <p:nvPr>
            <p:custDataLst>
              <p:tags r:id="rId1"/>
            </p:custDataLst>
          </p:nvPr>
        </p:nvSpPr>
        <p:spPr>
          <a:xfrm>
            <a:off x="0" y="4393805"/>
            <a:ext cx="9144000" cy="74969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lnSpc>
                <a:spcPct val="120000"/>
              </a:lnSpc>
            </a:pPr>
            <a:endParaRPr lang="zh-CN" altLang="en-US" sz="1350">
              <a:solidFill>
                <a:schemeClr val="bg1"/>
              </a:solidFill>
              <a:latin typeface="Arial" panose="020B0604020202090204" pitchFamily="34" charset="0"/>
              <a:ea typeface="微软雅黑" charset="-122"/>
              <a:sym typeface="Arial" panose="020B0604020202090204" pitchFamily="34" charset="0"/>
            </a:endParaRPr>
          </a:p>
        </p:txBody>
      </p:sp>
      <p:sp>
        <p:nvSpPr>
          <p:cNvPr id="36" name="直角三角形 35"/>
          <p:cNvSpPr/>
          <p:nvPr>
            <p:custDataLst>
              <p:tags r:id="rId2"/>
            </p:custDataLst>
          </p:nvPr>
        </p:nvSpPr>
        <p:spPr>
          <a:xfrm flipV="1">
            <a:off x="0" y="4393805"/>
            <a:ext cx="781919" cy="749695"/>
          </a:xfrm>
          <a:prstGeom prst="rtTriangle">
            <a:avLst/>
          </a:prstGeom>
          <a:solidFill>
            <a:schemeClr val="accent1">
              <a:lumMod val="20000"/>
              <a:lumOff val="8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lnSpc>
                <a:spcPct val="120000"/>
              </a:lnSpc>
            </a:pPr>
            <a:endParaRPr lang="zh-CN" altLang="en-US" sz="1350">
              <a:latin typeface="Arial" panose="020B0604020202090204" pitchFamily="34" charset="0"/>
              <a:ea typeface="微软雅黑" charset="-122"/>
              <a:sym typeface="Arial" panose="020B0604020202090204" pitchFamily="34" charset="0"/>
            </a:endParaRPr>
          </a:p>
        </p:txBody>
      </p:sp>
      <p:sp>
        <p:nvSpPr>
          <p:cNvPr id="37" name="直角三角形 36"/>
          <p:cNvSpPr/>
          <p:nvPr>
            <p:custDataLst>
              <p:tags r:id="rId3"/>
            </p:custDataLst>
          </p:nvPr>
        </p:nvSpPr>
        <p:spPr>
          <a:xfrm flipH="1">
            <a:off x="8362081" y="4393805"/>
            <a:ext cx="781919" cy="749695"/>
          </a:xfrm>
          <a:prstGeom prst="rtTriangle">
            <a:avLst/>
          </a:prstGeom>
          <a:solidFill>
            <a:schemeClr val="accent1">
              <a:lumMod val="20000"/>
              <a:lumOff val="8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lnSpc>
                <a:spcPct val="120000"/>
              </a:lnSpc>
            </a:pPr>
            <a:endParaRPr lang="zh-CN" altLang="en-US" sz="1350">
              <a:latin typeface="Arial" panose="020B0604020202090204" pitchFamily="34" charset="0"/>
              <a:ea typeface="微软雅黑" charset="-122"/>
              <a:sym typeface="Arial" panose="020B0604020202090204" pitchFamily="34" charset="0"/>
            </a:endParaRPr>
          </a:p>
        </p:txBody>
      </p:sp>
      <p:sp>
        <p:nvSpPr>
          <p:cNvPr id="20" name="直角三角形 19"/>
          <p:cNvSpPr/>
          <p:nvPr>
            <p:custDataLst>
              <p:tags r:id="rId4"/>
            </p:custDataLst>
          </p:nvPr>
        </p:nvSpPr>
        <p:spPr>
          <a:xfrm flipH="1">
            <a:off x="7237970" y="2980392"/>
            <a:ext cx="1124111" cy="1124111"/>
          </a:xfrm>
          <a:prstGeom prst="rtTriangle">
            <a:avLst/>
          </a:prstGeom>
          <a:solidFill>
            <a:schemeClr val="accent1">
              <a:lumMod val="20000"/>
              <a:lumOff val="8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lnSpc>
                <a:spcPct val="120000"/>
              </a:lnSpc>
            </a:pPr>
            <a:endParaRPr lang="zh-CN" altLang="en-US" sz="1350">
              <a:latin typeface="Arial" panose="020B0604020202090204" pitchFamily="34" charset="0"/>
              <a:ea typeface="微软雅黑" charset="-122"/>
              <a:sym typeface="Arial" panose="020B0604020202090204" pitchFamily="34" charset="0"/>
            </a:endParaRPr>
          </a:p>
        </p:txBody>
      </p:sp>
      <p:sp>
        <p:nvSpPr>
          <p:cNvPr id="21" name="任意多边形: 形状 20"/>
          <p:cNvSpPr/>
          <p:nvPr>
            <p:custDataLst>
              <p:tags r:id="rId5"/>
            </p:custDataLst>
          </p:nvPr>
        </p:nvSpPr>
        <p:spPr>
          <a:xfrm>
            <a:off x="4677041" y="1253955"/>
            <a:ext cx="3685040" cy="2850548"/>
          </a:xfrm>
          <a:custGeom>
            <a:avLst/>
            <a:gdLst>
              <a:gd name="connsiteX0" fmla="*/ 2753832 w 4913387"/>
              <a:gd name="connsiteY0" fmla="*/ 0 h 3800730"/>
              <a:gd name="connsiteX1" fmla="*/ 4913387 w 4913387"/>
              <a:gd name="connsiteY1" fmla="*/ 0 h 3800730"/>
              <a:gd name="connsiteX2" fmla="*/ 4913387 w 4913387"/>
              <a:gd name="connsiteY2" fmla="*/ 2301916 h 3800730"/>
              <a:gd name="connsiteX3" fmla="*/ 3414573 w 4913387"/>
              <a:gd name="connsiteY3" fmla="*/ 3800730 h 3800730"/>
              <a:gd name="connsiteX4" fmla="*/ 0 w 4913387"/>
              <a:gd name="connsiteY4" fmla="*/ 3800730 h 3800730"/>
              <a:gd name="connsiteX5" fmla="*/ 0 w 4913387"/>
              <a:gd name="connsiteY5" fmla="*/ 2753832 h 38007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13387" h="3800730">
                <a:moveTo>
                  <a:pt x="2753832" y="0"/>
                </a:moveTo>
                <a:lnTo>
                  <a:pt x="4913387" y="0"/>
                </a:lnTo>
                <a:lnTo>
                  <a:pt x="4913387" y="2301916"/>
                </a:lnTo>
                <a:lnTo>
                  <a:pt x="3414573" y="3800730"/>
                </a:lnTo>
                <a:lnTo>
                  <a:pt x="0" y="3800730"/>
                </a:lnTo>
                <a:lnTo>
                  <a:pt x="0" y="2753832"/>
                </a:lnTo>
                <a:close/>
              </a:path>
            </a:pathLst>
          </a:custGeom>
          <a:solidFill>
            <a:schemeClr val="accent1">
              <a:lumMod val="40000"/>
              <a:lumOff val="60000"/>
              <a:alpha val="4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lnSpc>
                <a:spcPct val="120000"/>
              </a:lnSpc>
            </a:pPr>
            <a:endParaRPr lang="zh-CN" altLang="en-US" sz="1350">
              <a:latin typeface="Arial" panose="020B0604020202090204" pitchFamily="34" charset="0"/>
              <a:ea typeface="微软雅黑" charset="-122"/>
              <a:sym typeface="Arial" panose="020B0604020202090204" pitchFamily="34" charset="0"/>
            </a:endParaRPr>
          </a:p>
        </p:txBody>
      </p:sp>
      <p:sp>
        <p:nvSpPr>
          <p:cNvPr id="22" name="直角三角形 21"/>
          <p:cNvSpPr/>
          <p:nvPr>
            <p:custDataLst>
              <p:tags r:id="rId6"/>
            </p:custDataLst>
          </p:nvPr>
        </p:nvSpPr>
        <p:spPr>
          <a:xfrm flipV="1">
            <a:off x="4677041" y="1253955"/>
            <a:ext cx="2065374" cy="2065374"/>
          </a:xfrm>
          <a:prstGeom prst="rtTriangle">
            <a:avLst/>
          </a:prstGeom>
          <a:solidFill>
            <a:schemeClr val="accent1">
              <a:lumMod val="20000"/>
              <a:lumOff val="8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lnSpc>
                <a:spcPct val="120000"/>
              </a:lnSpc>
            </a:pPr>
            <a:endParaRPr lang="zh-CN" altLang="en-US" sz="1350">
              <a:latin typeface="Arial" panose="020B0604020202090204" pitchFamily="34" charset="0"/>
              <a:ea typeface="微软雅黑" charset="-122"/>
              <a:sym typeface="Arial" panose="020B0604020202090204" pitchFamily="34" charset="0"/>
            </a:endParaRPr>
          </a:p>
        </p:txBody>
      </p:sp>
      <p:sp>
        <p:nvSpPr>
          <p:cNvPr id="18" name="直角三角形 17"/>
          <p:cNvSpPr/>
          <p:nvPr>
            <p:custDataLst>
              <p:tags r:id="rId7"/>
            </p:custDataLst>
          </p:nvPr>
        </p:nvSpPr>
        <p:spPr>
          <a:xfrm flipH="1">
            <a:off x="3342849" y="2980392"/>
            <a:ext cx="1124111" cy="1124111"/>
          </a:xfrm>
          <a:prstGeom prst="rtTriangle">
            <a:avLst/>
          </a:prstGeom>
          <a:solidFill>
            <a:schemeClr val="accent1">
              <a:lumMod val="20000"/>
              <a:lumOff val="8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lnSpc>
                <a:spcPct val="120000"/>
              </a:lnSpc>
            </a:pPr>
            <a:endParaRPr lang="zh-CN" altLang="en-US" sz="1350">
              <a:latin typeface="Arial" panose="020B0604020202090204" pitchFamily="34" charset="0"/>
              <a:ea typeface="微软雅黑" charset="-122"/>
              <a:sym typeface="Arial" panose="020B0604020202090204" pitchFamily="34" charset="0"/>
            </a:endParaRPr>
          </a:p>
        </p:txBody>
      </p:sp>
      <p:sp>
        <p:nvSpPr>
          <p:cNvPr id="19" name="任意多边形: 形状 18"/>
          <p:cNvSpPr/>
          <p:nvPr>
            <p:custDataLst>
              <p:tags r:id="rId8"/>
            </p:custDataLst>
          </p:nvPr>
        </p:nvSpPr>
        <p:spPr>
          <a:xfrm>
            <a:off x="781919" y="1253955"/>
            <a:ext cx="3685040" cy="2850548"/>
          </a:xfrm>
          <a:custGeom>
            <a:avLst/>
            <a:gdLst>
              <a:gd name="connsiteX0" fmla="*/ 2753832 w 4913387"/>
              <a:gd name="connsiteY0" fmla="*/ 0 h 3800730"/>
              <a:gd name="connsiteX1" fmla="*/ 4913387 w 4913387"/>
              <a:gd name="connsiteY1" fmla="*/ 0 h 3800730"/>
              <a:gd name="connsiteX2" fmla="*/ 4913387 w 4913387"/>
              <a:gd name="connsiteY2" fmla="*/ 2301916 h 3800730"/>
              <a:gd name="connsiteX3" fmla="*/ 3414573 w 4913387"/>
              <a:gd name="connsiteY3" fmla="*/ 3800730 h 3800730"/>
              <a:gd name="connsiteX4" fmla="*/ 0 w 4913387"/>
              <a:gd name="connsiteY4" fmla="*/ 3800730 h 3800730"/>
              <a:gd name="connsiteX5" fmla="*/ 0 w 4913387"/>
              <a:gd name="connsiteY5" fmla="*/ 2753832 h 38007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13387" h="3800730">
                <a:moveTo>
                  <a:pt x="2753832" y="0"/>
                </a:moveTo>
                <a:lnTo>
                  <a:pt x="4913387" y="0"/>
                </a:lnTo>
                <a:lnTo>
                  <a:pt x="4913387" y="2301916"/>
                </a:lnTo>
                <a:lnTo>
                  <a:pt x="3414573" y="3800730"/>
                </a:lnTo>
                <a:lnTo>
                  <a:pt x="0" y="3800730"/>
                </a:lnTo>
                <a:lnTo>
                  <a:pt x="0" y="2753832"/>
                </a:lnTo>
                <a:close/>
              </a:path>
            </a:pathLst>
          </a:custGeom>
          <a:solidFill>
            <a:schemeClr val="accent1">
              <a:lumMod val="40000"/>
              <a:lumOff val="60000"/>
              <a:alpha val="4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lnSpc>
                <a:spcPct val="120000"/>
              </a:lnSpc>
            </a:pPr>
            <a:endParaRPr lang="zh-CN" altLang="en-US" sz="1350">
              <a:latin typeface="Arial" panose="020B0604020202090204" pitchFamily="34" charset="0"/>
              <a:ea typeface="微软雅黑" charset="-122"/>
              <a:sym typeface="Arial" panose="020B0604020202090204" pitchFamily="34" charset="0"/>
            </a:endParaRPr>
          </a:p>
        </p:txBody>
      </p:sp>
      <p:sp>
        <p:nvSpPr>
          <p:cNvPr id="16" name="直角三角形 15"/>
          <p:cNvSpPr/>
          <p:nvPr>
            <p:custDataLst>
              <p:tags r:id="rId9"/>
            </p:custDataLst>
          </p:nvPr>
        </p:nvSpPr>
        <p:spPr>
          <a:xfrm flipV="1">
            <a:off x="781919" y="1253955"/>
            <a:ext cx="2065374" cy="2065374"/>
          </a:xfrm>
          <a:prstGeom prst="rtTriangle">
            <a:avLst/>
          </a:prstGeom>
          <a:solidFill>
            <a:schemeClr val="accent1">
              <a:lumMod val="20000"/>
              <a:lumOff val="8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lnSpc>
                <a:spcPct val="120000"/>
              </a:lnSpc>
            </a:pPr>
            <a:endParaRPr lang="zh-CN" altLang="en-US" sz="1350">
              <a:latin typeface="Arial" panose="020B0604020202090204" pitchFamily="34" charset="0"/>
              <a:ea typeface="微软雅黑" charset="-122"/>
              <a:sym typeface="Arial" panose="020B0604020202090204" pitchFamily="34" charset="0"/>
            </a:endParaRPr>
          </a:p>
        </p:txBody>
      </p:sp>
      <p:sp>
        <p:nvSpPr>
          <p:cNvPr id="23" name="矩形 22"/>
          <p:cNvSpPr/>
          <p:nvPr>
            <p:custDataLst>
              <p:tags r:id="rId10"/>
            </p:custDataLst>
          </p:nvPr>
        </p:nvSpPr>
        <p:spPr>
          <a:xfrm>
            <a:off x="893131" y="1360863"/>
            <a:ext cx="3394445" cy="2649142"/>
          </a:xfrm>
          <a:prstGeom prst="rect">
            <a:avLst/>
          </a:prstGeom>
          <a:ln>
            <a:noFill/>
          </a:ln>
        </p:spPr>
        <p:txBody>
          <a:bodyPr anchor="ctr">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lvl="0" indent="-171450" algn="l">
              <a:lnSpc>
                <a:spcPct val="120000"/>
              </a:lnSpc>
              <a:spcBef>
                <a:spcPts val="0"/>
              </a:spcBef>
              <a:spcAft>
                <a:spcPts val="800"/>
              </a:spcAft>
              <a:buClr>
                <a:schemeClr val="bg1">
                  <a:lumMod val="85000"/>
                </a:schemeClr>
              </a:buClr>
              <a:buSzPct val="100000"/>
              <a:buFont typeface="Wingdings" panose="05000000000000000000" pitchFamily="2" charset="2"/>
              <a:buNone/>
            </a:pPr>
            <a:r>
              <a:rPr lang="en-US" altLang="zh-CN" sz="1300" spc="40">
                <a:solidFill>
                  <a:schemeClr val="tx1">
                    <a:lumMod val="75000"/>
                    <a:lumOff val="25000"/>
                  </a:schemeClr>
                </a:solidFill>
                <a:latin typeface="Arial" panose="020B0604020202090204" pitchFamily="34" charset="0"/>
                <a:ea typeface="微软雅黑" charset="-122"/>
                <a:sym typeface="+mn-ea"/>
              </a:rPr>
              <a:t>静态态度分布（Static Attitude Distribution）：</a:t>
            </a:r>
            <a:endParaRPr lang="en-US" altLang="zh-CN" sz="1300" spc="40">
              <a:solidFill>
                <a:schemeClr val="tx1">
                  <a:lumMod val="75000"/>
                  <a:lumOff val="25000"/>
                </a:schemeClr>
              </a:solidFill>
              <a:latin typeface="Arial" panose="020B0604020202090204" pitchFamily="34" charset="0"/>
              <a:ea typeface="微软雅黑" charset="-122"/>
              <a:sym typeface="+mn-ea"/>
            </a:endParaRPr>
          </a:p>
          <a:p>
            <a:pPr marL="50800" lvl="0" indent="-241300" algn="l" fontAlgn="ctr">
              <a:lnSpc>
                <a:spcPct val="120000"/>
              </a:lnSpc>
              <a:spcBef>
                <a:spcPts val="0"/>
              </a:spcBef>
              <a:spcAft>
                <a:spcPts val="800"/>
              </a:spcAft>
              <a:buSzPct val="100000"/>
              <a:buFont typeface="Arial" panose="020B0604020202090204" pitchFamily="34" charset="0"/>
              <a:buChar char="○"/>
            </a:pPr>
            <a:r>
              <a:rPr lang="en-US" altLang="zh-CN" sz="1100" spc="40">
                <a:solidFill>
                  <a:schemeClr val="tx1">
                    <a:lumMod val="75000"/>
                    <a:lumOff val="25000"/>
                  </a:schemeClr>
                </a:solidFill>
                <a:latin typeface="Arial" panose="020B0604020202090204" pitchFamily="34" charset="0"/>
                <a:ea typeface="微软雅黑" charset="-122"/>
                <a:sym typeface="+mn-ea"/>
              </a:rPr>
              <a:t>量化态度分布的特征，包括偏差（Bias）和多样性（Diversity）。</a:t>
            </a:r>
            <a:endParaRPr lang="en-US" altLang="zh-CN" sz="1100" spc="40">
              <a:solidFill>
                <a:schemeClr val="tx1">
                  <a:lumMod val="75000"/>
                  <a:lumOff val="25000"/>
                </a:schemeClr>
              </a:solidFill>
              <a:latin typeface="Arial" panose="020B0604020202090204" pitchFamily="34" charset="0"/>
              <a:ea typeface="微软雅黑" charset="-122"/>
              <a:sym typeface="+mn-ea"/>
            </a:endParaRPr>
          </a:p>
          <a:p>
            <a:pPr marL="508000" lvl="1" indent="-241300" algn="l" fontAlgn="ctr">
              <a:lnSpc>
                <a:spcPct val="120000"/>
              </a:lnSpc>
              <a:spcBef>
                <a:spcPts val="0"/>
              </a:spcBef>
              <a:spcAft>
                <a:spcPts val="800"/>
              </a:spcAft>
              <a:buSzPct val="100000"/>
              <a:buFont typeface="Arial" panose="020B0604020202090204" pitchFamily="34" charset="0"/>
              <a:buChar char="○"/>
            </a:pPr>
            <a:r>
              <a:rPr lang="en-US" altLang="zh-CN" sz="1100" spc="40">
                <a:solidFill>
                  <a:schemeClr val="tx1">
                    <a:lumMod val="75000"/>
                    <a:lumOff val="25000"/>
                  </a:schemeClr>
                </a:solidFill>
                <a:latin typeface="Arial" panose="020B0604020202090204" pitchFamily="34" charset="0"/>
                <a:ea typeface="微软雅黑" charset="-122"/>
                <a:sym typeface="+mn-ea"/>
              </a:rPr>
              <a:t>偏差是指平均态度与中立态度的偏离程度。</a:t>
            </a:r>
            <a:endParaRPr lang="en-US" altLang="zh-CN" sz="1100" spc="40">
              <a:solidFill>
                <a:schemeClr val="tx1">
                  <a:lumMod val="75000"/>
                  <a:lumOff val="25000"/>
                </a:schemeClr>
              </a:solidFill>
              <a:latin typeface="Arial" panose="020B0604020202090204" pitchFamily="34" charset="0"/>
              <a:ea typeface="微软雅黑" charset="-122"/>
              <a:sym typeface="+mn-ea"/>
            </a:endParaRPr>
          </a:p>
          <a:p>
            <a:pPr marL="508000" lvl="1" indent="-241300" algn="l" fontAlgn="ctr">
              <a:lnSpc>
                <a:spcPct val="120000"/>
              </a:lnSpc>
              <a:spcBef>
                <a:spcPts val="0"/>
              </a:spcBef>
              <a:spcAft>
                <a:spcPts val="800"/>
              </a:spcAft>
              <a:buSzPct val="100000"/>
              <a:buFont typeface="Arial" panose="020B0604020202090204" pitchFamily="34" charset="0"/>
              <a:buChar char="○"/>
            </a:pPr>
            <a:r>
              <a:rPr lang="en-US" altLang="zh-CN" sz="1100" spc="40">
                <a:solidFill>
                  <a:schemeClr val="tx1">
                    <a:lumMod val="75000"/>
                    <a:lumOff val="25000"/>
                  </a:schemeClr>
                </a:solidFill>
                <a:latin typeface="Arial" panose="020B0604020202090204" pitchFamily="34" charset="0"/>
                <a:ea typeface="微软雅黑" charset="-122"/>
                <a:sym typeface="+mn-ea"/>
              </a:rPr>
              <a:t>多样性是态度的标准差。</a:t>
            </a:r>
            <a:endParaRPr lang="en-US" altLang="zh-CN" sz="1100" spc="40">
              <a:solidFill>
                <a:schemeClr val="tx1">
                  <a:lumMod val="75000"/>
                  <a:lumOff val="25000"/>
                </a:schemeClr>
              </a:solidFill>
              <a:latin typeface="Arial" panose="020B0604020202090204" pitchFamily="34" charset="0"/>
              <a:ea typeface="微软雅黑" charset="-122"/>
              <a:sym typeface="+mn-ea"/>
            </a:endParaRPr>
          </a:p>
          <a:p>
            <a:pPr marL="50800" lvl="0" indent="-241300" algn="l" fontAlgn="ctr">
              <a:lnSpc>
                <a:spcPct val="120000"/>
              </a:lnSpc>
              <a:spcBef>
                <a:spcPts val="0"/>
              </a:spcBef>
              <a:spcAft>
                <a:spcPts val="800"/>
              </a:spcAft>
              <a:buSzPct val="100000"/>
              <a:buFont typeface="Arial" panose="020B0604020202090204" pitchFamily="34" charset="0"/>
              <a:buChar char="○"/>
            </a:pPr>
            <a:r>
              <a:rPr lang="en-US" altLang="zh-CN" sz="1100" spc="40">
                <a:solidFill>
                  <a:schemeClr val="tx1">
                    <a:lumMod val="75000"/>
                    <a:lumOff val="25000"/>
                  </a:schemeClr>
                </a:solidFill>
                <a:latin typeface="Arial" panose="020B0604020202090204" pitchFamily="34" charset="0"/>
                <a:ea typeface="微软雅黑" charset="-122"/>
                <a:sym typeface="+mn-ea"/>
              </a:rPr>
              <a:t>在每个时间步进行测量，并取平均值。</a:t>
            </a:r>
            <a:endParaRPr lang="en-US" altLang="zh-CN" sz="1100" spc="40">
              <a:solidFill>
                <a:schemeClr val="tx1">
                  <a:lumMod val="75000"/>
                  <a:lumOff val="25000"/>
                </a:schemeClr>
              </a:solidFill>
              <a:latin typeface="Arial" panose="020B0604020202090204" pitchFamily="34" charset="0"/>
              <a:ea typeface="微软雅黑" charset="-122"/>
              <a:sym typeface="+mn-ea"/>
            </a:endParaRPr>
          </a:p>
          <a:p>
            <a:pPr marL="50800" lvl="0" indent="-241300" algn="l" fontAlgn="ctr">
              <a:lnSpc>
                <a:spcPct val="120000"/>
              </a:lnSpc>
              <a:spcBef>
                <a:spcPts val="0"/>
              </a:spcBef>
              <a:spcAft>
                <a:spcPts val="800"/>
              </a:spcAft>
              <a:buSzPct val="100000"/>
              <a:buFont typeface="Arial" panose="020B0604020202090204" pitchFamily="34" charset="0"/>
              <a:buChar char="○"/>
            </a:pPr>
            <a:r>
              <a:rPr lang="zh-CN" altLang="en-US" sz="1100" spc="40">
                <a:solidFill>
                  <a:schemeClr val="tx1">
                    <a:lumMod val="75000"/>
                    <a:lumOff val="25000"/>
                  </a:schemeClr>
                </a:solidFill>
                <a:latin typeface="Arial" panose="020B0604020202090204" pitchFamily="34" charset="0"/>
                <a:ea typeface="微软雅黑" charset="-122"/>
                <a:sym typeface="+mn-ea"/>
              </a:rPr>
              <a:t>计算</a:t>
            </a:r>
            <a:r>
              <a:rPr lang="en-US" altLang="zh-CN" sz="1100" spc="40">
                <a:solidFill>
                  <a:schemeClr val="tx1">
                    <a:lumMod val="75000"/>
                    <a:lumOff val="25000"/>
                  </a:schemeClr>
                </a:solidFill>
                <a:latin typeface="Arial" panose="020B0604020202090204" pitchFamily="34" charset="0"/>
                <a:ea typeface="微软雅黑" charset="-122"/>
                <a:sym typeface="+mn-ea"/>
              </a:rPr>
              <a:t>模拟测量与实际测量之间的偏差（Bias）和多样性（Div）的差异。</a:t>
            </a:r>
            <a:endParaRPr lang="en-US" altLang="zh-CN" sz="1100" spc="40">
              <a:solidFill>
                <a:schemeClr val="tx1">
                  <a:lumMod val="75000"/>
                  <a:lumOff val="25000"/>
                </a:schemeClr>
              </a:solidFill>
              <a:latin typeface="Arial" panose="020B0604020202090204" pitchFamily="34" charset="0"/>
              <a:ea typeface="微软雅黑" charset="-122"/>
              <a:sym typeface="+mn-ea"/>
            </a:endParaRPr>
          </a:p>
        </p:txBody>
      </p:sp>
      <p:sp>
        <p:nvSpPr>
          <p:cNvPr id="24" name="文本框 23"/>
          <p:cNvSpPr txBox="1"/>
          <p:nvPr>
            <p:custDataLst>
              <p:tags r:id="rId11"/>
            </p:custDataLst>
          </p:nvPr>
        </p:nvSpPr>
        <p:spPr>
          <a:xfrm>
            <a:off x="893131" y="468782"/>
            <a:ext cx="7357727" cy="523016"/>
          </a:xfrm>
          <a:prstGeom prst="rect">
            <a:avLst/>
          </a:prstGeom>
          <a:noFill/>
        </p:spPr>
        <p:txBody>
          <a:bodyPr wrap="square" lIns="76200" tIns="28575" rIns="47625" bIns="28575" rtlCol="0">
            <a:normAutofit lnSpcReduction="10000"/>
          </a:bodyPr>
          <a:lstStyle/>
          <a:p>
            <a:pPr marL="0" indent="0" algn="ctr" fontAlgn="auto">
              <a:lnSpc>
                <a:spcPct val="100000"/>
              </a:lnSpc>
              <a:spcBef>
                <a:spcPts val="0"/>
              </a:spcBef>
              <a:spcAft>
                <a:spcPts val="0"/>
              </a:spcAft>
              <a:buSzPct val="100000"/>
              <a:buNone/>
            </a:pPr>
            <a:r>
              <a:rPr lang="zh-CN" altLang="en-US" sz="2900" b="1" spc="130">
                <a:solidFill>
                  <a:schemeClr val="accent1"/>
                </a:solidFill>
                <a:uFillTx/>
                <a:latin typeface="Arial" panose="020B0604020202090204" pitchFamily="34" charset="0"/>
                <a:ea typeface="微软雅黑" charset="-122"/>
                <a:sym typeface="+mn-ea"/>
              </a:rPr>
              <a:t>宏观层面的用户</a:t>
            </a:r>
            <a:r>
              <a:rPr lang="zh-CN" altLang="en-US" sz="2900" b="1" spc="130">
                <a:solidFill>
                  <a:schemeClr val="accent1"/>
                </a:solidFill>
                <a:uFillTx/>
                <a:latin typeface="Arial" panose="020B0604020202090204" pitchFamily="34" charset="0"/>
                <a:ea typeface="微软雅黑" charset="-122"/>
                <a:sym typeface="+mn-ea"/>
              </a:rPr>
              <a:t>模拟</a:t>
            </a:r>
            <a:endParaRPr lang="zh-CN" altLang="en-US" sz="2900" b="1" spc="130">
              <a:solidFill>
                <a:schemeClr val="accent1"/>
              </a:solidFill>
              <a:uFillTx/>
              <a:latin typeface="Arial" panose="020B0604020202090204" pitchFamily="34" charset="0"/>
              <a:ea typeface="微软雅黑" charset="-122"/>
              <a:sym typeface="+mn-ea"/>
            </a:endParaRPr>
          </a:p>
        </p:txBody>
      </p:sp>
      <p:sp>
        <p:nvSpPr>
          <p:cNvPr id="25" name="文本框 24"/>
          <p:cNvSpPr txBox="1"/>
          <p:nvPr>
            <p:custDataLst>
              <p:tags r:id="rId12"/>
            </p:custDataLst>
          </p:nvPr>
        </p:nvSpPr>
        <p:spPr>
          <a:xfrm>
            <a:off x="578144" y="4503088"/>
            <a:ext cx="7987709" cy="468630"/>
          </a:xfrm>
          <a:prstGeom prst="rect">
            <a:avLst/>
          </a:prstGeom>
          <a:noFill/>
        </p:spPr>
        <p:txBody>
          <a:bodyPr wrap="square" lIns="67627" tIns="35242" rIns="67627" bIns="35242" rtlCol="0" anchor="ctr">
            <a:noAutofit/>
          </a:bodyPr>
          <a:lstStyle>
            <a:defPPr>
              <a:defRPr lang="zh-CN"/>
            </a:defPPr>
            <a:lvl1pPr fontAlgn="auto">
              <a:lnSpc>
                <a:spcPct val="130000"/>
              </a:lnSpc>
              <a:spcAft>
                <a:spcPts val="1000"/>
              </a:spcAft>
              <a:defRPr sz="1600" spc="150"/>
            </a:lvl1pPr>
          </a:lstStyle>
          <a:p>
            <a:pPr marL="0" lvl="0" indent="0" algn="l">
              <a:lnSpc>
                <a:spcPct val="100000"/>
              </a:lnSpc>
              <a:spcBef>
                <a:spcPts val="0"/>
              </a:spcBef>
              <a:spcAft>
                <a:spcPts val="800"/>
              </a:spcAft>
              <a:buSzPct val="100000"/>
              <a:buNone/>
            </a:pPr>
            <a:r>
              <a:rPr lang="en-US" altLang="zh-CN" sz="1300" spc="100">
                <a:solidFill>
                  <a:schemeClr val="lt1"/>
                </a:solidFill>
                <a:uFillTx/>
                <a:latin typeface="Arial" panose="020B0604020202090204" pitchFamily="34" charset="0"/>
                <a:ea typeface="微软雅黑" charset="-122"/>
                <a:sym typeface="+mn-ea"/>
              </a:rPr>
              <a:t>多轮模拟：进行完整的多轮模拟以评估宏观层面的态度分布。</a:t>
            </a:r>
            <a:endParaRPr lang="en-US" altLang="zh-CN" sz="1300" spc="100">
              <a:solidFill>
                <a:schemeClr val="lt1"/>
              </a:solidFill>
              <a:uFillTx/>
              <a:latin typeface="Arial" panose="020B0604020202090204" pitchFamily="34" charset="0"/>
              <a:ea typeface="微软雅黑" charset="-122"/>
              <a:sym typeface="+mn-ea"/>
            </a:endParaRPr>
          </a:p>
        </p:txBody>
      </p:sp>
      <p:sp>
        <p:nvSpPr>
          <p:cNvPr id="26" name="矩形 25"/>
          <p:cNvSpPr/>
          <p:nvPr>
            <p:custDataLst>
              <p:tags r:id="rId13"/>
            </p:custDataLst>
          </p:nvPr>
        </p:nvSpPr>
        <p:spPr>
          <a:xfrm>
            <a:off x="4856423" y="1360863"/>
            <a:ext cx="3394445" cy="2649142"/>
          </a:xfrm>
          <a:prstGeom prst="rect">
            <a:avLst/>
          </a:prstGeom>
          <a:ln>
            <a:noFill/>
          </a:ln>
        </p:spPr>
        <p:txBody>
          <a:bodyPr anchor="ctr">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lvl="0" indent="-171450" algn="l">
              <a:lnSpc>
                <a:spcPct val="120000"/>
              </a:lnSpc>
              <a:spcBef>
                <a:spcPts val="0"/>
              </a:spcBef>
              <a:spcAft>
                <a:spcPts val="800"/>
              </a:spcAft>
              <a:buClr>
                <a:schemeClr val="bg1">
                  <a:lumMod val="85000"/>
                </a:schemeClr>
              </a:buClr>
              <a:buSzPct val="100000"/>
              <a:buFont typeface="Wingdings" panose="05000000000000000000" pitchFamily="2" charset="2"/>
              <a:buNone/>
            </a:pPr>
            <a:r>
              <a:rPr lang="zh-CN" altLang="en-US" sz="1300" spc="40">
                <a:solidFill>
                  <a:schemeClr val="tx1">
                    <a:lumMod val="75000"/>
                    <a:lumOff val="25000"/>
                  </a:schemeClr>
                </a:solidFill>
                <a:latin typeface="Arial" panose="020B0604020202090204" pitchFamily="34" charset="0"/>
                <a:ea typeface="微软雅黑" charset="-122"/>
                <a:sym typeface="+mn-ea"/>
              </a:rPr>
              <a:t>面向平均</a:t>
            </a:r>
            <a:r>
              <a:rPr lang="en-US" altLang="zh-CN" sz="1300" spc="40">
                <a:solidFill>
                  <a:schemeClr val="tx1">
                    <a:lumMod val="75000"/>
                    <a:lumOff val="25000"/>
                  </a:schemeClr>
                </a:solidFill>
                <a:latin typeface="Arial" panose="020B0604020202090204" pitchFamily="34" charset="0"/>
                <a:ea typeface="微软雅黑" charset="-122"/>
                <a:sym typeface="+mn-ea"/>
              </a:rPr>
              <a:t>态度的时间序列</a:t>
            </a:r>
            <a:r>
              <a:rPr lang="zh-CN" altLang="en-US" sz="1300" spc="40">
                <a:solidFill>
                  <a:schemeClr val="tx1">
                    <a:lumMod val="75000"/>
                    <a:lumOff val="25000"/>
                  </a:schemeClr>
                </a:solidFill>
                <a:latin typeface="Arial" panose="020B0604020202090204" pitchFamily="34" charset="0"/>
                <a:ea typeface="微软雅黑" charset="-122"/>
                <a:sym typeface="+mn-ea"/>
              </a:rPr>
              <a:t>评估</a:t>
            </a:r>
            <a:r>
              <a:rPr lang="en-US" altLang="zh-CN" sz="1300" spc="40">
                <a:solidFill>
                  <a:schemeClr val="tx1">
                    <a:lumMod val="75000"/>
                    <a:lumOff val="25000"/>
                  </a:schemeClr>
                </a:solidFill>
                <a:latin typeface="Arial" panose="020B0604020202090204" pitchFamily="34" charset="0"/>
                <a:ea typeface="微软雅黑" charset="-122"/>
                <a:sym typeface="+mn-ea"/>
              </a:rPr>
              <a:t>（Time Series of the Average Attitude）：</a:t>
            </a:r>
            <a:endParaRPr lang="en-US" altLang="zh-CN" sz="1300" spc="40">
              <a:solidFill>
                <a:schemeClr val="tx1">
                  <a:lumMod val="75000"/>
                  <a:lumOff val="25000"/>
                </a:schemeClr>
              </a:solidFill>
              <a:latin typeface="Arial" panose="020B0604020202090204" pitchFamily="34" charset="0"/>
              <a:ea typeface="微软雅黑" charset="-122"/>
              <a:sym typeface="+mn-ea"/>
            </a:endParaRPr>
          </a:p>
          <a:p>
            <a:pPr marL="50800" lvl="0" indent="-241300" algn="l" fontAlgn="ctr">
              <a:lnSpc>
                <a:spcPct val="120000"/>
              </a:lnSpc>
              <a:spcBef>
                <a:spcPts val="0"/>
              </a:spcBef>
              <a:spcAft>
                <a:spcPts val="800"/>
              </a:spcAft>
              <a:buSzPct val="100000"/>
              <a:buFont typeface="Arial" panose="020B0604020202090204" pitchFamily="34" charset="0"/>
              <a:buChar char="○"/>
            </a:pPr>
            <a:r>
              <a:rPr lang="en-US" altLang="zh-CN" sz="1100" spc="40">
                <a:solidFill>
                  <a:schemeClr val="tx1">
                    <a:lumMod val="75000"/>
                    <a:lumOff val="25000"/>
                  </a:schemeClr>
                </a:solidFill>
                <a:latin typeface="Arial" panose="020B0604020202090204" pitchFamily="34" charset="0"/>
                <a:ea typeface="微软雅黑" charset="-122"/>
                <a:sym typeface="+mn-ea"/>
              </a:rPr>
              <a:t>使用动态时间</a:t>
            </a:r>
            <a:r>
              <a:rPr lang="zh-CN" altLang="en-US" sz="1100" spc="40">
                <a:solidFill>
                  <a:schemeClr val="tx1">
                    <a:lumMod val="75000"/>
                    <a:lumOff val="25000"/>
                  </a:schemeClr>
                </a:solidFill>
                <a:latin typeface="Arial" panose="020B0604020202090204" pitchFamily="34" charset="0"/>
                <a:ea typeface="微软雅黑" charset="-122"/>
                <a:sym typeface="+mn-ea"/>
              </a:rPr>
              <a:t>规整</a:t>
            </a:r>
            <a:r>
              <a:rPr lang="en-US" altLang="zh-CN" sz="1100" spc="40">
                <a:solidFill>
                  <a:schemeClr val="tx1">
                    <a:lumMod val="75000"/>
                    <a:lumOff val="25000"/>
                  </a:schemeClr>
                </a:solidFill>
                <a:latin typeface="Arial" panose="020B0604020202090204" pitchFamily="34" charset="0"/>
                <a:ea typeface="微软雅黑" charset="-122"/>
                <a:sym typeface="+mn-ea"/>
              </a:rPr>
              <a:t>（Dynamic Time Warping, DTW）和皮尔逊相关系数来衡量平均态度时间序列与模拟态度之间的相似性。</a:t>
            </a:r>
            <a:endParaRPr lang="en-US" altLang="zh-CN" sz="1100" spc="40">
              <a:solidFill>
                <a:schemeClr val="tx1">
                  <a:lumMod val="75000"/>
                  <a:lumOff val="25000"/>
                </a:schemeClr>
              </a:solidFill>
              <a:latin typeface="Arial" panose="020B0604020202090204" pitchFamily="34" charset="0"/>
              <a:ea typeface="微软雅黑" charset="-122"/>
              <a:sym typeface="+mn-ea"/>
            </a:endParaRPr>
          </a:p>
          <a:p>
            <a:pPr marL="50800" lvl="0" indent="-241300" algn="l" fontAlgn="ctr">
              <a:lnSpc>
                <a:spcPct val="120000"/>
              </a:lnSpc>
              <a:spcBef>
                <a:spcPts val="0"/>
              </a:spcBef>
              <a:spcAft>
                <a:spcPts val="800"/>
              </a:spcAft>
              <a:buSzPct val="100000"/>
              <a:buFont typeface="Arial" panose="020B0604020202090204" pitchFamily="34" charset="0"/>
              <a:buChar char="○"/>
            </a:pPr>
            <a:r>
              <a:rPr lang="en-US" altLang="zh-CN" sz="1100" spc="40">
                <a:solidFill>
                  <a:schemeClr val="tx1">
                    <a:lumMod val="75000"/>
                    <a:lumOff val="25000"/>
                  </a:schemeClr>
                </a:solidFill>
                <a:latin typeface="Arial" panose="020B0604020202090204" pitchFamily="34" charset="0"/>
                <a:ea typeface="微软雅黑" charset="-122"/>
                <a:sym typeface="+mn-ea"/>
              </a:rPr>
              <a:t>DTW用于比较两个时间序列的相似性，允许对时间轴进行弹性伸缩。</a:t>
            </a:r>
            <a:endParaRPr lang="en-US" altLang="zh-CN" sz="1100" spc="40">
              <a:solidFill>
                <a:schemeClr val="tx1">
                  <a:lumMod val="75000"/>
                  <a:lumOff val="25000"/>
                </a:schemeClr>
              </a:solidFill>
              <a:latin typeface="Arial" panose="020B0604020202090204" pitchFamily="34" charset="0"/>
              <a:ea typeface="微软雅黑" charset="-122"/>
              <a:sym typeface="+mn-ea"/>
            </a:endParaRPr>
          </a:p>
          <a:p>
            <a:pPr marL="50800" lvl="0" indent="-241300" algn="l" fontAlgn="ctr">
              <a:lnSpc>
                <a:spcPct val="120000"/>
              </a:lnSpc>
              <a:spcBef>
                <a:spcPts val="0"/>
              </a:spcBef>
              <a:spcAft>
                <a:spcPts val="800"/>
              </a:spcAft>
              <a:buSzPct val="100000"/>
              <a:buFont typeface="Arial" panose="020B0604020202090204" pitchFamily="34" charset="0"/>
              <a:buChar char="○"/>
            </a:pPr>
            <a:r>
              <a:rPr lang="en-US" altLang="zh-CN" sz="1100" spc="40">
                <a:solidFill>
                  <a:schemeClr val="tx1">
                    <a:lumMod val="75000"/>
                    <a:lumOff val="25000"/>
                  </a:schemeClr>
                </a:solidFill>
                <a:latin typeface="Arial" panose="020B0604020202090204" pitchFamily="34" charset="0"/>
                <a:ea typeface="微软雅黑" charset="-122"/>
                <a:sym typeface="+mn-ea"/>
              </a:rPr>
              <a:t>皮尔逊相关系数用于评估两个变量之间的线性相关程度。</a:t>
            </a:r>
            <a:endParaRPr lang="en-US" altLang="zh-CN" sz="1100" spc="40">
              <a:solidFill>
                <a:schemeClr val="tx1">
                  <a:lumMod val="75000"/>
                  <a:lumOff val="25000"/>
                </a:schemeClr>
              </a:solidFill>
              <a:latin typeface="Arial" panose="020B0604020202090204" pitchFamily="34" charset="0"/>
              <a:ea typeface="微软雅黑" charset="-122"/>
              <a:sym typeface="+mn-ea"/>
            </a:endParaRPr>
          </a:p>
        </p:txBody>
      </p:sp>
      <p:cxnSp>
        <p:nvCxnSpPr>
          <p:cNvPr id="17" name="直接连接符 16"/>
          <p:cNvCxnSpPr/>
          <p:nvPr>
            <p:custDataLst>
              <p:tags r:id="rId14"/>
            </p:custDataLst>
          </p:nvPr>
        </p:nvCxnSpPr>
        <p:spPr>
          <a:xfrm>
            <a:off x="4571999" y="1772090"/>
            <a:ext cx="0" cy="1889936"/>
          </a:xfrm>
          <a:prstGeom prst="line">
            <a:avLst/>
          </a:prstGeom>
          <a:ln w="12700">
            <a:solidFill>
              <a:schemeClr val="bg1">
                <a:lumMod val="85000"/>
              </a:schemeClr>
            </a:solidFill>
            <a:prstDash val="dashDot"/>
          </a:ln>
        </p:spPr>
        <p:style>
          <a:lnRef idx="1">
            <a:schemeClr val="accent1"/>
          </a:lnRef>
          <a:fillRef idx="0">
            <a:schemeClr val="accent1"/>
          </a:fillRef>
          <a:effectRef idx="0">
            <a:schemeClr val="accent1"/>
          </a:effectRef>
          <a:fontRef idx="minor">
            <a:schemeClr val="tx1"/>
          </a:fontRef>
        </p:style>
      </p:cxnSp>
      <p:sp>
        <p:nvSpPr>
          <p:cNvPr id="2" name="文本框 1"/>
          <p:cNvSpPr txBox="1"/>
          <p:nvPr/>
        </p:nvSpPr>
        <p:spPr>
          <a:xfrm>
            <a:off x="4725035" y="3726815"/>
            <a:ext cx="3553460" cy="368300"/>
          </a:xfrm>
          <a:prstGeom prst="rect">
            <a:avLst/>
          </a:prstGeom>
          <a:noFill/>
        </p:spPr>
        <p:txBody>
          <a:bodyPr wrap="square" rtlCol="0">
            <a:spAutoFit/>
          </a:bodyPr>
          <a:p>
            <a:pPr indent="0">
              <a:buFont typeface="Arial" panose="020B0604020202090204" pitchFamily="34" charset="0"/>
              <a:buNone/>
            </a:pPr>
            <a:r>
              <a:rPr lang="en-US" altLang="zh-CN">
                <a:latin typeface="微软雅黑" charset="0"/>
                <a:ea typeface="微软雅黑" charset="0"/>
                <a:sym typeface="+mn-ea"/>
              </a:rPr>
              <a:t>https://metaso.cn/s/NvKzrzh</a:t>
            </a:r>
            <a:endParaRPr lang="en-US" altLang="zh-CN">
              <a:latin typeface="微软雅黑" charset="0"/>
              <a:ea typeface="微软雅黑" charset="0"/>
              <a:sym typeface="+mn-ea"/>
            </a:endParaRPr>
          </a:p>
        </p:txBody>
      </p:sp>
    </p:spTree>
    <p:custDataLst>
      <p:tags r:id="rId15"/>
    </p:custData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文本框 2"/>
          <p:cNvSpPr txBox="1"/>
          <p:nvPr/>
        </p:nvSpPr>
        <p:spPr>
          <a:xfrm>
            <a:off x="240665" y="782955"/>
            <a:ext cx="8582025" cy="2999740"/>
          </a:xfrm>
          <a:prstGeom prst="rect">
            <a:avLst/>
          </a:prstGeom>
          <a:noFill/>
        </p:spPr>
        <p:txBody>
          <a:bodyPr wrap="square" rtlCol="0">
            <a:spAutoFit/>
          </a:bodyPr>
          <a:p>
            <a:pPr marL="285750" indent="-285750">
              <a:lnSpc>
                <a:spcPct val="150000"/>
              </a:lnSpc>
              <a:buFont typeface="Arial" panose="020B0604020202090204" pitchFamily="34" charset="0"/>
              <a:buChar char="•"/>
            </a:pPr>
            <a:r>
              <a:rPr lang="zh-CN" altLang="en-US">
                <a:latin typeface="微软雅黑" charset="0"/>
                <a:ea typeface="微软雅黑" charset="0"/>
                <a:sym typeface="+mn-ea"/>
              </a:rPr>
              <a:t>调参</a:t>
            </a:r>
            <a:r>
              <a:rPr lang="en-US" altLang="zh-CN">
                <a:latin typeface="微软雅黑" charset="0"/>
                <a:ea typeface="微软雅黑" charset="0"/>
                <a:sym typeface="+mn-ea"/>
              </a:rPr>
              <a:t>和验证目的：为了在混合系统中为代理基础模型（ABMs）找到合适的参数</a:t>
            </a:r>
            <a:r>
              <a:rPr lang="zh-CN" altLang="en-US">
                <a:latin typeface="微软雅黑" charset="0"/>
                <a:ea typeface="微软雅黑" charset="0"/>
                <a:sym typeface="+mn-ea"/>
              </a:rPr>
              <a:t>，</a:t>
            </a:r>
            <a:r>
              <a:rPr lang="en-US" altLang="zh-CN">
                <a:latin typeface="微软雅黑" charset="0"/>
                <a:ea typeface="微软雅黑" charset="0"/>
                <a:sym typeface="+mn-ea"/>
              </a:rPr>
              <a:t>执行校准和验证的配置。</a:t>
            </a:r>
            <a:endParaRPr lang="en-US" altLang="zh-CN">
              <a:latin typeface="微软雅黑" charset="0"/>
              <a:ea typeface="微软雅黑" charset="0"/>
              <a:sym typeface="+mn-ea"/>
            </a:endParaRPr>
          </a:p>
          <a:p>
            <a:pPr marL="285750" indent="-285750">
              <a:lnSpc>
                <a:spcPct val="150000"/>
              </a:lnSpc>
              <a:buFont typeface="Arial" panose="020B0604020202090204" pitchFamily="34" charset="0"/>
              <a:buChar char="•"/>
            </a:pPr>
            <a:r>
              <a:rPr lang="en-US" altLang="zh-CN">
                <a:latin typeface="微软雅黑" charset="0"/>
                <a:ea typeface="微软雅黑" charset="0"/>
                <a:sym typeface="+mn-ea"/>
              </a:rPr>
              <a:t>校准目标：寻找最佳参数组合，以帮助模拟结果与经验分布相匹配。</a:t>
            </a:r>
            <a:endParaRPr lang="en-US" altLang="zh-CN">
              <a:latin typeface="微软雅黑" charset="0"/>
              <a:ea typeface="微软雅黑" charset="0"/>
              <a:sym typeface="+mn-ea"/>
            </a:endParaRPr>
          </a:p>
          <a:p>
            <a:pPr marL="285750" indent="-285750">
              <a:lnSpc>
                <a:spcPct val="150000"/>
              </a:lnSpc>
              <a:buFont typeface="Arial" panose="020B0604020202090204" pitchFamily="34" charset="0"/>
              <a:buChar char="•"/>
            </a:pPr>
            <a:r>
              <a:rPr lang="zh-CN" altLang="en-US">
                <a:latin typeface="微软雅黑" charset="0"/>
                <a:ea typeface="微软雅黑" charset="0"/>
                <a:sym typeface="+mn-ea"/>
              </a:rPr>
              <a:t>参数扫描</a:t>
            </a:r>
            <a:r>
              <a:rPr lang="en-US" altLang="zh-CN">
                <a:latin typeface="微软雅黑" charset="0"/>
                <a:ea typeface="微软雅黑" charset="0"/>
                <a:sym typeface="+mn-ea"/>
              </a:rPr>
              <a:t>：每个运动的E1或P1上</a:t>
            </a:r>
            <a:r>
              <a:rPr lang="zh-CN" altLang="en-US">
                <a:latin typeface="微软雅黑" charset="0"/>
                <a:ea typeface="微软雅黑" charset="0"/>
                <a:sym typeface="+mn-ea"/>
              </a:rPr>
              <a:t>调参</a:t>
            </a:r>
            <a:r>
              <a:rPr lang="en-US" altLang="zh-CN">
                <a:latin typeface="微软雅黑" charset="0"/>
                <a:ea typeface="微软雅黑" charset="0"/>
                <a:sym typeface="+mn-ea"/>
              </a:rPr>
              <a:t>。</a:t>
            </a:r>
            <a:endParaRPr lang="en-US" altLang="zh-CN">
              <a:latin typeface="微软雅黑" charset="0"/>
              <a:ea typeface="微软雅黑" charset="0"/>
              <a:sym typeface="+mn-ea"/>
            </a:endParaRPr>
          </a:p>
          <a:p>
            <a:pPr marL="285750" indent="-285750">
              <a:lnSpc>
                <a:spcPct val="150000"/>
              </a:lnSpc>
              <a:buFont typeface="Arial" panose="020B0604020202090204" pitchFamily="34" charset="0"/>
              <a:buChar char="•"/>
            </a:pPr>
            <a:r>
              <a:rPr lang="zh-CN" altLang="en-US">
                <a:latin typeface="微软雅黑" charset="0"/>
                <a:ea typeface="微软雅黑" charset="0"/>
                <a:sym typeface="+mn-ea"/>
              </a:rPr>
              <a:t>参数</a:t>
            </a:r>
            <a:r>
              <a:rPr lang="en-US" altLang="zh-CN">
                <a:latin typeface="微软雅黑" charset="0"/>
                <a:ea typeface="微软雅黑" charset="0"/>
                <a:sym typeface="+mn-ea"/>
              </a:rPr>
              <a:t>验证：在E2或P2上验证结果。</a:t>
            </a:r>
            <a:endParaRPr lang="en-US" altLang="zh-CN">
              <a:latin typeface="微软雅黑" charset="0"/>
              <a:ea typeface="微软雅黑" charset="0"/>
              <a:sym typeface="+mn-ea"/>
            </a:endParaRPr>
          </a:p>
          <a:p>
            <a:pPr marL="285750" indent="-285750">
              <a:lnSpc>
                <a:spcPct val="150000"/>
              </a:lnSpc>
              <a:buFont typeface="Arial" panose="020B0604020202090204" pitchFamily="34" charset="0"/>
              <a:buChar char="•"/>
            </a:pPr>
            <a:r>
              <a:rPr lang="en-US" altLang="zh-CN">
                <a:latin typeface="微软雅黑" charset="0"/>
                <a:ea typeface="微软雅黑" charset="0"/>
                <a:sym typeface="+mn-ea"/>
              </a:rPr>
              <a:t>成本考虑：由于使用大型语言模型（LLMs）进行数百次模拟成本过高，在纯ABMs中执行</a:t>
            </a:r>
            <a:r>
              <a:rPr lang="zh-CN" altLang="en-US">
                <a:latin typeface="微软雅黑" charset="0"/>
                <a:ea typeface="微软雅黑" charset="0"/>
                <a:sym typeface="+mn-ea"/>
              </a:rPr>
              <a:t>调参，</a:t>
            </a:r>
            <a:r>
              <a:rPr lang="en-US" altLang="zh-CN">
                <a:latin typeface="微软雅黑" charset="0"/>
                <a:ea typeface="微软雅黑" charset="0"/>
                <a:sym typeface="+mn-ea"/>
              </a:rPr>
              <a:t>将最优参数应用到混合模型中。</a:t>
            </a:r>
            <a:endParaRPr lang="en-US" altLang="zh-CN">
              <a:latin typeface="微软雅黑" charset="0"/>
              <a:ea typeface="微软雅黑" charset="0"/>
              <a:sym typeface="+mn-ea"/>
            </a:endParaRPr>
          </a:p>
        </p:txBody>
      </p:sp>
      <p:sp>
        <p:nvSpPr>
          <p:cNvPr id="14" name="矩形 13"/>
          <p:cNvSpPr/>
          <p:nvPr userDrawn="1">
            <p:custDataLst>
              <p:tags r:id="rId1"/>
            </p:custDataLst>
          </p:nvPr>
        </p:nvSpPr>
        <p:spPr>
          <a:xfrm>
            <a:off x="0" y="0"/>
            <a:ext cx="9144000" cy="684086"/>
          </a:xfrm>
          <a:prstGeom prst="rect">
            <a:avLst/>
          </a:prstGeom>
          <a:solidFill>
            <a:schemeClr val="dk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lvl="0" algn="ctr"/>
            <a:endParaRPr lang="en-US" altLang="zh-CN" sz="1350">
              <a:solidFill>
                <a:schemeClr val="lt1"/>
              </a:solidFill>
              <a:latin typeface="微软雅黑" charset="-122"/>
              <a:ea typeface="微软雅黑" charset="-122"/>
              <a:sym typeface="+mn-ea"/>
            </a:endParaRPr>
          </a:p>
        </p:txBody>
      </p:sp>
      <p:sp>
        <p:nvSpPr>
          <p:cNvPr id="15" name="文本框 14"/>
          <p:cNvSpPr txBox="1"/>
          <p:nvPr>
            <p:custDataLst>
              <p:tags r:id="rId2"/>
            </p:custDataLst>
          </p:nvPr>
        </p:nvSpPr>
        <p:spPr>
          <a:xfrm>
            <a:off x="342867" y="113348"/>
            <a:ext cx="8458267" cy="457200"/>
          </a:xfrm>
          <a:prstGeom prst="rect">
            <a:avLst/>
          </a:prstGeom>
          <a:noFill/>
        </p:spPr>
        <p:txBody>
          <a:bodyPr wrap="square" lIns="47625" tIns="19050" rIns="47625" bIns="19050" rtlCol="0" anchor="ctr" anchorCtr="0">
            <a:normAutofit fontScale="90000"/>
          </a:bodyPr>
          <a:p>
            <a:pPr marL="0" indent="0" algn="l">
              <a:lnSpc>
                <a:spcPct val="100000"/>
              </a:lnSpc>
              <a:spcBef>
                <a:spcPts val="0"/>
              </a:spcBef>
              <a:spcAft>
                <a:spcPts val="0"/>
              </a:spcAft>
              <a:buSzPct val="100000"/>
              <a:buNone/>
            </a:pPr>
            <a:r>
              <a:rPr lang="zh-CN" altLang="en-US" sz="2800" b="1" spc="120">
                <a:solidFill>
                  <a:schemeClr val="lt1"/>
                </a:solidFill>
                <a:uFillTx/>
                <a:latin typeface="微软雅黑" charset="-122"/>
                <a:ea typeface="微软雅黑" charset="-122"/>
                <a:sym typeface="+mn-ea"/>
              </a:rPr>
              <a:t>参数校准</a:t>
            </a:r>
            <a:endParaRPr lang="zh-CN" altLang="en-US" sz="2800" b="1" spc="120">
              <a:solidFill>
                <a:schemeClr val="lt1"/>
              </a:solidFill>
              <a:uFillTx/>
              <a:latin typeface="微软雅黑" charset="-122"/>
              <a:ea typeface="微软雅黑" charset="-122"/>
              <a:sym typeface="+mn-ea"/>
            </a:endParaRPr>
          </a:p>
        </p:txBody>
      </p:sp>
    </p:spTree>
    <p:custDataLst>
      <p:tags r:id="rId3"/>
    </p:custData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133350" y="1271588"/>
            <a:ext cx="2695575" cy="2305050"/>
          </a:xfrm>
          <a:prstGeom prst="rect">
            <a:avLst/>
          </a:prstGeom>
          <a:noFill/>
        </p:spPr>
        <p:txBody>
          <a:bodyPr wrap="square" rtlCol="0" anchor="ctr"/>
          <a:lstStyle/>
          <a:p>
            <a:pPr marL="0" indent="0" algn="ctr">
              <a:buNone/>
            </a:pPr>
            <a:r>
              <a:rPr lang="en-US" sz="10690" b="1" dirty="0">
                <a:solidFill>
                  <a:srgbClr val="FFFFFF"/>
                </a:solidFill>
                <a:latin typeface="Noto Sans SC" pitchFamily="34" charset="0"/>
                <a:ea typeface="Noto Sans SC" pitchFamily="34" charset="-122"/>
                <a:cs typeface="Noto Sans SC" pitchFamily="34" charset="-120"/>
              </a:rPr>
              <a:t>05</a:t>
            </a:r>
            <a:endParaRPr lang="en-US" sz="10690" dirty="0"/>
          </a:p>
        </p:txBody>
      </p:sp>
      <p:sp>
        <p:nvSpPr>
          <p:cNvPr id="3" name="Text 1"/>
          <p:cNvSpPr/>
          <p:nvPr/>
        </p:nvSpPr>
        <p:spPr>
          <a:xfrm>
            <a:off x="4133850" y="2124075"/>
            <a:ext cx="4853940" cy="2471738"/>
          </a:xfrm>
          <a:prstGeom prst="rect">
            <a:avLst/>
          </a:prstGeom>
          <a:noFill/>
        </p:spPr>
        <p:txBody>
          <a:bodyPr wrap="square" rtlCol="0" anchor="t"/>
          <a:lstStyle/>
          <a:p>
            <a:pPr marL="0" indent="0" algn="l">
              <a:buNone/>
            </a:pPr>
            <a:r>
              <a:rPr lang="en-US" sz="3500" b="1" dirty="0">
                <a:solidFill>
                  <a:srgbClr val="144A82"/>
                </a:solidFill>
                <a:latin typeface="Noto Sans SC" pitchFamily="34" charset="0"/>
                <a:ea typeface="Noto Sans SC" pitchFamily="34" charset="-122"/>
                <a:cs typeface="Noto Sans SC" pitchFamily="34" charset="-120"/>
              </a:rPr>
              <a:t>实验</a:t>
            </a:r>
            <a:endParaRPr lang="en-US" sz="35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userDrawn="1">
            <p:custDataLst>
              <p:tags r:id="rId1"/>
            </p:custDataLst>
          </p:nvPr>
        </p:nvSpPr>
        <p:spPr>
          <a:xfrm>
            <a:off x="0" y="0"/>
            <a:ext cx="9144000" cy="684086"/>
          </a:xfrm>
          <a:prstGeom prst="rect">
            <a:avLst/>
          </a:prstGeom>
          <a:solidFill>
            <a:schemeClr val="dk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lvl="0" algn="ctr"/>
            <a:endParaRPr lang="en-US" altLang="zh-CN" sz="1350">
              <a:solidFill>
                <a:schemeClr val="lt1"/>
              </a:solidFill>
              <a:latin typeface="微软雅黑" charset="-122"/>
              <a:ea typeface="微软雅黑" charset="-122"/>
              <a:sym typeface="+mn-ea"/>
            </a:endParaRPr>
          </a:p>
        </p:txBody>
      </p:sp>
      <p:sp>
        <p:nvSpPr>
          <p:cNvPr id="10" name="文本框 9"/>
          <p:cNvSpPr txBox="1"/>
          <p:nvPr>
            <p:custDataLst>
              <p:tags r:id="rId2"/>
            </p:custDataLst>
          </p:nvPr>
        </p:nvSpPr>
        <p:spPr>
          <a:xfrm>
            <a:off x="342867" y="114301"/>
            <a:ext cx="8458267" cy="457200"/>
          </a:xfrm>
          <a:prstGeom prst="rect">
            <a:avLst/>
          </a:prstGeom>
          <a:noFill/>
        </p:spPr>
        <p:txBody>
          <a:bodyPr wrap="square" lIns="47625" tIns="19050" rIns="47625" bIns="19050" rtlCol="0" anchor="ctr" anchorCtr="0">
            <a:normAutofit fontScale="80000"/>
          </a:bodyPr>
          <a:p>
            <a:pPr marL="0" indent="0" algn="l">
              <a:lnSpc>
                <a:spcPct val="100000"/>
              </a:lnSpc>
              <a:spcBef>
                <a:spcPts val="0"/>
              </a:spcBef>
              <a:spcAft>
                <a:spcPts val="0"/>
              </a:spcAft>
              <a:buSzPct val="100000"/>
              <a:buNone/>
            </a:pPr>
            <a:r>
              <a:rPr lang="en-US" sz="3000" b="1" spc="140" dirty="0">
                <a:solidFill>
                  <a:schemeClr val="lt1"/>
                </a:solidFill>
                <a:uFillTx/>
                <a:latin typeface="微软雅黑" charset="-122"/>
                <a:ea typeface="微软雅黑" charset="-122"/>
              </a:rPr>
              <a:t>实验</a:t>
            </a:r>
            <a:r>
              <a:rPr lang="zh-CN" altLang="en-US" sz="3000" b="1" spc="140" dirty="0">
                <a:solidFill>
                  <a:schemeClr val="lt1"/>
                </a:solidFill>
                <a:uFillTx/>
                <a:latin typeface="微软雅黑" charset="-122"/>
                <a:ea typeface="微软雅黑" charset="-122"/>
              </a:rPr>
              <a:t>设计</a:t>
            </a:r>
            <a:endParaRPr lang="zh-CN" altLang="en-US" sz="3000" b="1" spc="140" dirty="0">
              <a:solidFill>
                <a:schemeClr val="lt1"/>
              </a:solidFill>
              <a:uFillTx/>
              <a:latin typeface="微软雅黑" charset="-122"/>
              <a:ea typeface="微软雅黑" charset="-122"/>
            </a:endParaRPr>
          </a:p>
        </p:txBody>
      </p:sp>
      <p:sp>
        <p:nvSpPr>
          <p:cNvPr id="11" name="Title 6"/>
          <p:cNvSpPr txBox="1"/>
          <p:nvPr>
            <p:custDataLst>
              <p:tags r:id="rId3"/>
            </p:custDataLst>
          </p:nvPr>
        </p:nvSpPr>
        <p:spPr>
          <a:xfrm>
            <a:off x="457114" y="1280175"/>
            <a:ext cx="8229771" cy="2926090"/>
          </a:xfrm>
          <a:prstGeom prst="rect">
            <a:avLst/>
          </a:prstGeom>
          <a:noFill/>
          <a:ln w="3175">
            <a:noFill/>
            <a:prstDash val="dash"/>
          </a:ln>
        </p:spPr>
        <p:txBody>
          <a:bodyPr wrap="square" lIns="47625" tIns="19050" rIns="47625" bIns="19050" anchor="ctr" anchorCtr="0">
            <a:normAutofit fontScale="90000" lnSpcReduction="10000"/>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marL="355600" lvl="0" indent="-355600" algn="l" fontAlgn="ctr">
              <a:lnSpc>
                <a:spcPct val="120000"/>
              </a:lnSpc>
              <a:spcBef>
                <a:spcPts val="0"/>
              </a:spcBef>
              <a:spcAft>
                <a:spcPts val="800"/>
              </a:spcAft>
              <a:buSzPct val="100000"/>
              <a:buFont typeface="Wingdings" panose="05000000000000000000" charset="0"/>
              <a:buChar char="l"/>
            </a:pPr>
            <a:r>
              <a:rPr lang="zh-CN" sz="2000" spc="120">
                <a:ln w="3175">
                  <a:noFill/>
                  <a:prstDash val="dash"/>
                </a:ln>
                <a:solidFill>
                  <a:schemeClr val="dk1">
                    <a:lumMod val="75000"/>
                    <a:lumOff val="25000"/>
                  </a:schemeClr>
                </a:solidFill>
                <a:uFillTx/>
                <a:latin typeface="微软雅黑" charset="-122"/>
                <a:ea typeface="微软雅黑" charset="-122"/>
                <a:cs typeface="微软雅黑" charset="-122"/>
              </a:rPr>
              <a:t>对多种ABM模型进行验证，其作为基线与提出的混合模型进行比较。</a:t>
            </a:r>
            <a:endParaRPr lang="zh-CN" sz="2000" spc="120">
              <a:ln w="3175">
                <a:noFill/>
                <a:prstDash val="dash"/>
              </a:ln>
              <a:solidFill>
                <a:schemeClr val="dk1">
                  <a:lumMod val="75000"/>
                  <a:lumOff val="25000"/>
                </a:schemeClr>
              </a:solidFill>
              <a:uFillTx/>
              <a:latin typeface="微软雅黑" charset="-122"/>
              <a:ea typeface="微软雅黑" charset="-122"/>
              <a:cs typeface="微软雅黑" charset="-122"/>
            </a:endParaRPr>
          </a:p>
          <a:p>
            <a:pPr marL="355600" lvl="0" indent="-355600" algn="l" fontAlgn="ctr">
              <a:lnSpc>
                <a:spcPct val="120000"/>
              </a:lnSpc>
              <a:spcBef>
                <a:spcPts val="0"/>
              </a:spcBef>
              <a:spcAft>
                <a:spcPts val="800"/>
              </a:spcAft>
              <a:buSzPct val="100000"/>
              <a:buFont typeface="Wingdings" panose="05000000000000000000" charset="0"/>
              <a:buChar char="l"/>
            </a:pPr>
            <a:r>
              <a:rPr lang="en-US" sz="2000" spc="120">
                <a:ln w="3175">
                  <a:noFill/>
                  <a:prstDash val="dash"/>
                </a:ln>
                <a:solidFill>
                  <a:schemeClr val="dk1">
                    <a:lumMod val="75000"/>
                    <a:lumOff val="25000"/>
                  </a:schemeClr>
                </a:solidFill>
                <a:uFillTx/>
                <a:latin typeface="微软雅黑" charset="-122"/>
                <a:ea typeface="微软雅黑" charset="-122"/>
                <a:cs typeface="微软雅黑" charset="-122"/>
              </a:rPr>
              <a:t>ABMs模型：</a:t>
            </a:r>
            <a:endParaRPr lang="en-US" sz="2000" spc="120">
              <a:ln w="3175">
                <a:noFill/>
                <a:prstDash val="dash"/>
              </a:ln>
              <a:solidFill>
                <a:schemeClr val="dk1">
                  <a:lumMod val="75000"/>
                  <a:lumOff val="25000"/>
                </a:schemeClr>
              </a:solidFill>
              <a:uFillTx/>
              <a:latin typeface="微软雅黑" charset="-122"/>
              <a:ea typeface="微软雅黑" charset="-122"/>
              <a:cs typeface="微软雅黑" charset="-122"/>
            </a:endParaRPr>
          </a:p>
          <a:p>
            <a:pPr marL="685800" lvl="1" indent="-330200" algn="l" fontAlgn="ctr">
              <a:lnSpc>
                <a:spcPct val="120000"/>
              </a:lnSpc>
              <a:spcBef>
                <a:spcPts val="0"/>
              </a:spcBef>
              <a:spcAft>
                <a:spcPts val="800"/>
              </a:spcAft>
              <a:buSzPct val="100000"/>
              <a:buFont typeface="Arial" panose="020B0604020202090204" pitchFamily="34" charset="0"/>
              <a:buChar char="○"/>
            </a:pPr>
            <a:r>
              <a:rPr lang="zh-CN" spc="100">
                <a:ln w="3175">
                  <a:noFill/>
                  <a:prstDash val="dash"/>
                </a:ln>
                <a:solidFill>
                  <a:schemeClr val="dk1">
                    <a:lumMod val="75000"/>
                    <a:lumOff val="25000"/>
                  </a:schemeClr>
                </a:solidFill>
                <a:uFillTx/>
                <a:latin typeface="微软雅黑" charset="-122"/>
                <a:ea typeface="微软雅黑" charset="-122"/>
                <a:cs typeface="微软雅黑" charset="-122"/>
              </a:rPr>
              <a:t>有界信心模型（BC）：假设如果接收到的信息足够接近代理的态度，则该信息对智能体具有同化力。</a:t>
            </a:r>
            <a:endParaRPr lang="zh-CN" spc="100">
              <a:ln w="3175">
                <a:noFill/>
                <a:prstDash val="dash"/>
              </a:ln>
              <a:solidFill>
                <a:schemeClr val="dk1">
                  <a:lumMod val="75000"/>
                  <a:lumOff val="25000"/>
                </a:schemeClr>
              </a:solidFill>
              <a:uFillTx/>
              <a:latin typeface="微软雅黑" charset="-122"/>
              <a:ea typeface="微软雅黑" charset="-122"/>
              <a:cs typeface="微软雅黑" charset="-122"/>
            </a:endParaRPr>
          </a:p>
          <a:p>
            <a:pPr marL="685800" lvl="1" indent="-330200" algn="l" fontAlgn="ctr">
              <a:lnSpc>
                <a:spcPct val="120000"/>
              </a:lnSpc>
              <a:spcBef>
                <a:spcPts val="0"/>
              </a:spcBef>
              <a:spcAft>
                <a:spcPts val="800"/>
              </a:spcAft>
              <a:buSzPct val="100000"/>
              <a:buFont typeface="Arial" panose="020B0604020202090204" pitchFamily="34" charset="0"/>
              <a:buChar char="○"/>
            </a:pPr>
            <a:r>
              <a:rPr lang="zh-CN" spc="100">
                <a:ln w="3175">
                  <a:noFill/>
                  <a:prstDash val="dash"/>
                </a:ln>
                <a:solidFill>
                  <a:schemeClr val="dk1">
                    <a:lumMod val="75000"/>
                    <a:lumOff val="25000"/>
                  </a:schemeClr>
                </a:solidFill>
                <a:uFillTx/>
                <a:latin typeface="微软雅黑" charset="-122"/>
                <a:ea typeface="微软雅黑" charset="-122"/>
                <a:cs typeface="微软雅黑" charset="-122"/>
              </a:rPr>
              <a:t>有界信心模型-多源（HK）：扩展多源</a:t>
            </a:r>
            <a:endParaRPr lang="zh-CN" spc="100">
              <a:ln w="3175">
                <a:noFill/>
                <a:prstDash val="dash"/>
              </a:ln>
              <a:solidFill>
                <a:schemeClr val="dk1">
                  <a:lumMod val="75000"/>
                  <a:lumOff val="25000"/>
                </a:schemeClr>
              </a:solidFill>
              <a:uFillTx/>
              <a:latin typeface="微软雅黑" charset="-122"/>
              <a:ea typeface="微软雅黑" charset="-122"/>
              <a:cs typeface="微软雅黑" charset="-122"/>
            </a:endParaRPr>
          </a:p>
          <a:p>
            <a:pPr marL="685800" lvl="1" indent="-330200" algn="l" fontAlgn="ctr">
              <a:lnSpc>
                <a:spcPct val="120000"/>
              </a:lnSpc>
              <a:spcBef>
                <a:spcPts val="0"/>
              </a:spcBef>
              <a:spcAft>
                <a:spcPts val="800"/>
              </a:spcAft>
              <a:buSzPct val="100000"/>
              <a:buFont typeface="Arial" panose="020B0604020202090204" pitchFamily="34" charset="0"/>
              <a:buChar char="○"/>
            </a:pPr>
            <a:r>
              <a:rPr lang="zh-CN" spc="100">
                <a:ln w="3175">
                  <a:noFill/>
                  <a:prstDash val="dash"/>
                </a:ln>
                <a:solidFill>
                  <a:schemeClr val="dk1">
                    <a:lumMod val="75000"/>
                    <a:lumOff val="25000"/>
                  </a:schemeClr>
                </a:solidFill>
                <a:uFillTx/>
                <a:latin typeface="微软雅黑" charset="-122"/>
                <a:ea typeface="微软雅黑" charset="-122"/>
                <a:cs typeface="微软雅黑" charset="-122"/>
              </a:rPr>
              <a:t>相对一致性模型（RA）：扩展：相似度偏差是一个连续衰减的函数</a:t>
            </a:r>
            <a:endParaRPr lang="zh-CN" spc="100">
              <a:ln w="3175">
                <a:noFill/>
                <a:prstDash val="dash"/>
              </a:ln>
              <a:solidFill>
                <a:schemeClr val="dk1">
                  <a:lumMod val="75000"/>
                  <a:lumOff val="25000"/>
                </a:schemeClr>
              </a:solidFill>
              <a:uFillTx/>
              <a:latin typeface="微软雅黑" charset="-122"/>
              <a:ea typeface="微软雅黑" charset="-122"/>
              <a:cs typeface="微软雅黑" charset="-122"/>
            </a:endParaRPr>
          </a:p>
          <a:p>
            <a:pPr marL="685800" lvl="1" indent="-330200" algn="l" fontAlgn="ctr">
              <a:lnSpc>
                <a:spcPct val="120000"/>
              </a:lnSpc>
              <a:spcBef>
                <a:spcPts val="0"/>
              </a:spcBef>
              <a:spcAft>
                <a:spcPts val="800"/>
              </a:spcAft>
              <a:buSzPct val="100000"/>
              <a:buFont typeface="Arial" panose="020B0604020202090204" pitchFamily="34" charset="0"/>
              <a:buChar char="○"/>
            </a:pPr>
            <a:r>
              <a:rPr lang="zh-CN" spc="100">
                <a:ln w="3175">
                  <a:noFill/>
                  <a:prstDash val="dash"/>
                </a:ln>
                <a:solidFill>
                  <a:schemeClr val="dk1">
                    <a:lumMod val="75000"/>
                    <a:lumOff val="25000"/>
                  </a:schemeClr>
                </a:solidFill>
                <a:uFillTx/>
                <a:latin typeface="微软雅黑" charset="-122"/>
                <a:ea typeface="微软雅黑" charset="-122"/>
                <a:cs typeface="微软雅黑" charset="-122"/>
              </a:rPr>
              <a:t>社会判断模型（SJ）：扩展：社会排斥力</a:t>
            </a:r>
            <a:endParaRPr lang="zh-CN" spc="100">
              <a:ln w="3175">
                <a:noFill/>
                <a:prstDash val="dash"/>
              </a:ln>
              <a:solidFill>
                <a:schemeClr val="dk1">
                  <a:lumMod val="75000"/>
                  <a:lumOff val="25000"/>
                </a:schemeClr>
              </a:solidFill>
              <a:uFillTx/>
              <a:latin typeface="微软雅黑" charset="-122"/>
              <a:ea typeface="微软雅黑" charset="-122"/>
              <a:cs typeface="微软雅黑" charset="-122"/>
            </a:endParaRPr>
          </a:p>
          <a:p>
            <a:pPr marL="685800" lvl="1" indent="-330200" algn="l" fontAlgn="ctr">
              <a:lnSpc>
                <a:spcPct val="120000"/>
              </a:lnSpc>
              <a:spcBef>
                <a:spcPts val="0"/>
              </a:spcBef>
              <a:spcAft>
                <a:spcPts val="800"/>
              </a:spcAft>
              <a:buSzPct val="100000"/>
              <a:buFont typeface="Arial" panose="020B0604020202090204" pitchFamily="34" charset="0"/>
              <a:buChar char="○"/>
            </a:pPr>
            <a:r>
              <a:rPr lang="en-US" spc="100">
                <a:ln w="3175">
                  <a:noFill/>
                  <a:prstDash val="dash"/>
                </a:ln>
                <a:solidFill>
                  <a:schemeClr val="dk1">
                    <a:lumMod val="75000"/>
                    <a:lumOff val="25000"/>
                  </a:schemeClr>
                </a:solidFill>
                <a:uFillTx/>
                <a:latin typeface="微软雅黑" charset="-122"/>
                <a:ea typeface="微软雅黑" charset="-122"/>
                <a:cs typeface="微软雅黑" charset="-122"/>
              </a:rPr>
              <a:t>Lorenz模型：包括趋同性力、增强力、相似性偏差、极化因子和信源可信度。</a:t>
            </a:r>
            <a:endParaRPr lang="en-US" spc="100">
              <a:ln w="3175">
                <a:noFill/>
                <a:prstDash val="dash"/>
              </a:ln>
              <a:solidFill>
                <a:schemeClr val="dk1">
                  <a:lumMod val="75000"/>
                  <a:lumOff val="25000"/>
                </a:schemeClr>
              </a:solidFill>
              <a:uFillTx/>
              <a:latin typeface="微软雅黑" charset="-122"/>
              <a:ea typeface="微软雅黑" charset="-122"/>
              <a:cs typeface="微软雅黑" charset="-122"/>
            </a:endParaRPr>
          </a:p>
        </p:txBody>
      </p:sp>
    </p:spTree>
    <p:custDataLst>
      <p:tags r:id="rId4"/>
    </p:custData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 name="矩形 13"/>
          <p:cNvSpPr/>
          <p:nvPr userDrawn="1">
            <p:custDataLst>
              <p:tags r:id="rId1"/>
            </p:custDataLst>
          </p:nvPr>
        </p:nvSpPr>
        <p:spPr>
          <a:xfrm>
            <a:off x="0" y="0"/>
            <a:ext cx="9144000" cy="684086"/>
          </a:xfrm>
          <a:prstGeom prst="rect">
            <a:avLst/>
          </a:prstGeom>
          <a:solidFill>
            <a:schemeClr val="dk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lvl="0" algn="ctr"/>
            <a:endParaRPr lang="en-US" altLang="zh-CN" sz="1350">
              <a:solidFill>
                <a:schemeClr val="lt1"/>
              </a:solidFill>
              <a:latin typeface="微软雅黑" charset="-122"/>
              <a:ea typeface="微软雅黑" charset="-122"/>
              <a:sym typeface="+mn-ea"/>
            </a:endParaRPr>
          </a:p>
        </p:txBody>
      </p:sp>
      <p:sp>
        <p:nvSpPr>
          <p:cNvPr id="15" name="文本框 14"/>
          <p:cNvSpPr txBox="1"/>
          <p:nvPr>
            <p:custDataLst>
              <p:tags r:id="rId2"/>
            </p:custDataLst>
          </p:nvPr>
        </p:nvSpPr>
        <p:spPr>
          <a:xfrm>
            <a:off x="342867" y="113348"/>
            <a:ext cx="8458267" cy="457200"/>
          </a:xfrm>
          <a:prstGeom prst="rect">
            <a:avLst/>
          </a:prstGeom>
          <a:noFill/>
        </p:spPr>
        <p:txBody>
          <a:bodyPr wrap="square" lIns="47625" tIns="19050" rIns="47625" bIns="19050" rtlCol="0" anchor="ctr" anchorCtr="0">
            <a:normAutofit fontScale="90000"/>
          </a:bodyPr>
          <a:p>
            <a:pPr marL="0" indent="0" algn="l">
              <a:lnSpc>
                <a:spcPct val="100000"/>
              </a:lnSpc>
              <a:spcBef>
                <a:spcPts val="0"/>
              </a:spcBef>
              <a:spcAft>
                <a:spcPts val="0"/>
              </a:spcAft>
              <a:buSzPct val="100000"/>
              <a:buNone/>
            </a:pPr>
            <a:r>
              <a:rPr lang="zh-CN" altLang="en-US" sz="2800" b="1" spc="120">
                <a:solidFill>
                  <a:schemeClr val="lt1"/>
                </a:solidFill>
                <a:uFillTx/>
                <a:latin typeface="微软雅黑" charset="-122"/>
                <a:ea typeface="微软雅黑" charset="-122"/>
                <a:sym typeface="+mn-ea"/>
              </a:rPr>
              <a:t>微观对齐</a:t>
            </a:r>
            <a:r>
              <a:rPr lang="zh-CN" altLang="en-US" sz="2800" b="1" spc="120">
                <a:solidFill>
                  <a:schemeClr val="lt1"/>
                </a:solidFill>
                <a:uFillTx/>
                <a:latin typeface="微软雅黑" charset="-122"/>
                <a:ea typeface="微软雅黑" charset="-122"/>
                <a:sym typeface="+mn-ea"/>
              </a:rPr>
              <a:t>结果</a:t>
            </a:r>
            <a:endParaRPr lang="zh-CN" altLang="en-US" sz="2800" b="1" spc="120">
              <a:solidFill>
                <a:schemeClr val="lt1"/>
              </a:solidFill>
              <a:uFillTx/>
              <a:latin typeface="微软雅黑" charset="-122"/>
              <a:ea typeface="微软雅黑" charset="-122"/>
              <a:sym typeface="+mn-ea"/>
            </a:endParaRPr>
          </a:p>
        </p:txBody>
      </p:sp>
      <p:pic>
        <p:nvPicPr>
          <p:cNvPr id="2" name="图片 1"/>
          <p:cNvPicPr>
            <a:picLocks noChangeAspect="1"/>
          </p:cNvPicPr>
          <p:nvPr>
            <p:custDataLst>
              <p:tags r:id="rId3"/>
            </p:custDataLst>
          </p:nvPr>
        </p:nvPicPr>
        <p:blipFill>
          <a:blip r:embed="rId4"/>
          <a:stretch>
            <a:fillRect/>
          </a:stretch>
        </p:blipFill>
        <p:spPr>
          <a:xfrm>
            <a:off x="360680" y="1155700"/>
            <a:ext cx="8469630" cy="1638300"/>
          </a:xfrm>
          <a:prstGeom prst="rect">
            <a:avLst/>
          </a:prstGeom>
        </p:spPr>
      </p:pic>
      <p:sp>
        <p:nvSpPr>
          <p:cNvPr id="3" name="文本框 2"/>
          <p:cNvSpPr txBox="1"/>
          <p:nvPr/>
        </p:nvSpPr>
        <p:spPr>
          <a:xfrm>
            <a:off x="153670" y="2788920"/>
            <a:ext cx="8827770" cy="922020"/>
          </a:xfrm>
          <a:prstGeom prst="rect">
            <a:avLst/>
          </a:prstGeom>
          <a:noFill/>
        </p:spPr>
        <p:txBody>
          <a:bodyPr wrap="square" rtlCol="0" anchor="t">
            <a:spAutoFit/>
          </a:bodyPr>
          <a:p>
            <a:pPr indent="0">
              <a:buFont typeface="Arial" panose="020B0604020202090204" pitchFamily="34" charset="0"/>
              <a:buNone/>
            </a:pPr>
            <a:r>
              <a:rPr lang="en-US" altLang="zh-CN">
                <a:latin typeface="微软雅黑" charset="0"/>
                <a:ea typeface="微软雅黑" charset="0"/>
                <a:sym typeface="+mn-ea"/>
              </a:rPr>
              <a:t>'micro': 通过先计算总体的TP，FN和FP的数量，再计算F1</a:t>
            </a:r>
            <a:endParaRPr lang="en-US" altLang="zh-CN">
              <a:latin typeface="微软雅黑" charset="0"/>
              <a:ea typeface="微软雅黑" charset="0"/>
              <a:sym typeface="+mn-ea"/>
            </a:endParaRPr>
          </a:p>
          <a:p>
            <a:pPr indent="0">
              <a:buFont typeface="Arial" panose="020B0604020202090204" pitchFamily="34" charset="0"/>
              <a:buNone/>
            </a:pPr>
            <a:r>
              <a:rPr lang="en-US" altLang="zh-CN">
                <a:latin typeface="微软雅黑" charset="0"/>
                <a:ea typeface="微软雅黑" charset="0"/>
                <a:sym typeface="+mn-ea"/>
              </a:rPr>
              <a:t>'macro': 分</a:t>
            </a:r>
            <a:r>
              <a:rPr lang="zh-CN" altLang="en-US">
                <a:latin typeface="微软雅黑" charset="0"/>
                <a:ea typeface="微软雅黑" charset="0"/>
                <a:sym typeface="+mn-ea"/>
              </a:rPr>
              <a:t>别</a:t>
            </a:r>
            <a:r>
              <a:rPr lang="en-US" altLang="zh-CN">
                <a:latin typeface="微软雅黑" charset="0"/>
                <a:ea typeface="微软雅黑" charset="0"/>
                <a:sym typeface="+mn-ea"/>
              </a:rPr>
              <a:t>计算每个类别的F1，然后做平均（各类别F1的权重相同）</a:t>
            </a:r>
            <a:endParaRPr lang="en-US" altLang="zh-CN">
              <a:latin typeface="微软雅黑" charset="0"/>
              <a:ea typeface="微软雅黑" charset="0"/>
              <a:sym typeface="+mn-ea"/>
            </a:endParaRPr>
          </a:p>
          <a:p>
            <a:pPr indent="0">
              <a:buFont typeface="Arial" panose="020B0604020202090204" pitchFamily="34" charset="0"/>
              <a:buNone/>
            </a:pPr>
            <a:r>
              <a:rPr lang="en-US" altLang="zh-CN">
                <a:latin typeface="微软雅黑" charset="0"/>
                <a:ea typeface="微软雅黑" charset="0"/>
                <a:sym typeface="+mn-ea"/>
              </a:rPr>
              <a:t>————————————————</a:t>
            </a:r>
            <a:endParaRPr lang="en-US" altLang="zh-CN">
              <a:latin typeface="微软雅黑" charset="0"/>
              <a:ea typeface="微软雅黑" charset="0"/>
              <a:sym typeface="+mn-ea"/>
            </a:endParaRPr>
          </a:p>
        </p:txBody>
      </p:sp>
    </p:spTree>
    <p:custDataLst>
      <p:tags r:id="rId5"/>
    </p:custData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userDrawn="1">
            <p:custDataLst>
              <p:tags r:id="rId1"/>
            </p:custDataLst>
          </p:nvPr>
        </p:nvSpPr>
        <p:spPr>
          <a:xfrm>
            <a:off x="0" y="0"/>
            <a:ext cx="9144000" cy="684086"/>
          </a:xfrm>
          <a:prstGeom prst="rect">
            <a:avLst/>
          </a:prstGeom>
          <a:solidFill>
            <a:schemeClr val="dk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lvl="0" algn="ctr"/>
            <a:endParaRPr lang="en-US" altLang="zh-CN" sz="1350">
              <a:solidFill>
                <a:schemeClr val="lt1"/>
              </a:solidFill>
              <a:latin typeface="微软雅黑" charset="-122"/>
              <a:ea typeface="微软雅黑" charset="-122"/>
              <a:sym typeface="+mn-ea"/>
            </a:endParaRPr>
          </a:p>
        </p:txBody>
      </p:sp>
      <p:sp>
        <p:nvSpPr>
          <p:cNvPr id="21" name="文本框 20"/>
          <p:cNvSpPr txBox="1"/>
          <p:nvPr>
            <p:custDataLst>
              <p:tags r:id="rId2"/>
            </p:custDataLst>
          </p:nvPr>
        </p:nvSpPr>
        <p:spPr>
          <a:xfrm>
            <a:off x="342867" y="114301"/>
            <a:ext cx="8458267" cy="457200"/>
          </a:xfrm>
          <a:prstGeom prst="rect">
            <a:avLst/>
          </a:prstGeom>
          <a:noFill/>
        </p:spPr>
        <p:txBody>
          <a:bodyPr wrap="square" lIns="47625" tIns="19050" rIns="47625" bIns="19050" rtlCol="0" anchor="ctr" anchorCtr="0">
            <a:normAutofit fontScale="90000"/>
          </a:bodyPr>
          <a:p>
            <a:pPr marL="0" indent="0" algn="l">
              <a:lnSpc>
                <a:spcPct val="100000"/>
              </a:lnSpc>
              <a:spcBef>
                <a:spcPts val="0"/>
              </a:spcBef>
              <a:spcAft>
                <a:spcPts val="0"/>
              </a:spcAft>
              <a:buSzPct val="100000"/>
              <a:buNone/>
            </a:pPr>
            <a:r>
              <a:rPr lang="zh-CN" altLang="en-US" sz="2800" b="1" spc="120" dirty="0">
                <a:solidFill>
                  <a:schemeClr val="lt1"/>
                </a:solidFill>
                <a:uFillTx/>
                <a:latin typeface="微软雅黑" charset="-122"/>
                <a:ea typeface="微软雅黑" charset="-122"/>
              </a:rPr>
              <a:t>微观对齐评估</a:t>
            </a:r>
            <a:endParaRPr lang="en-US" altLang="zh-CN" sz="2800" b="1" spc="120" dirty="0">
              <a:solidFill>
                <a:schemeClr val="lt1"/>
              </a:solidFill>
              <a:uFillTx/>
              <a:latin typeface="微软雅黑" charset="-122"/>
              <a:ea typeface="微软雅黑" charset="-122"/>
            </a:endParaRPr>
          </a:p>
        </p:txBody>
      </p:sp>
      <p:sp>
        <p:nvSpPr>
          <p:cNvPr id="22" name="Title 6"/>
          <p:cNvSpPr txBox="1"/>
          <p:nvPr>
            <p:custDataLst>
              <p:tags r:id="rId3"/>
            </p:custDataLst>
          </p:nvPr>
        </p:nvSpPr>
        <p:spPr>
          <a:xfrm>
            <a:off x="483870" y="866140"/>
            <a:ext cx="7374255" cy="3820160"/>
          </a:xfrm>
          <a:prstGeom prst="rect">
            <a:avLst/>
          </a:prstGeom>
          <a:noFill/>
          <a:ln w="3175">
            <a:noFill/>
            <a:prstDash val="dash"/>
          </a:ln>
        </p:spPr>
        <p:txBody>
          <a:bodyPr wrap="square" lIns="47625" tIns="19050" rIns="47625" bIns="19050" anchor="ctr" anchorCtr="0">
            <a:normAutofit lnSpcReduction="20000"/>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marL="254000" lvl="0" indent="-254000" algn="l" fontAlgn="ctr">
              <a:lnSpc>
                <a:spcPct val="120000"/>
              </a:lnSpc>
              <a:spcBef>
                <a:spcPts val="0"/>
              </a:spcBef>
              <a:spcAft>
                <a:spcPts val="800"/>
              </a:spcAft>
              <a:buSzPct val="100000"/>
              <a:buFont typeface="Wingdings" panose="05000000000000000000" charset="0"/>
              <a:buChar char="l"/>
            </a:pPr>
            <a:r>
              <a:rPr lang="en-US" altLang="zh-CN" sz="1200" spc="40">
                <a:ln w="3175">
                  <a:noFill/>
                  <a:prstDash val="dash"/>
                </a:ln>
                <a:solidFill>
                  <a:schemeClr val="dk1">
                    <a:lumMod val="75000"/>
                    <a:lumOff val="25000"/>
                  </a:schemeClr>
                </a:solidFill>
                <a:uFillTx/>
                <a:latin typeface="微软雅黑" charset="-122"/>
                <a:ea typeface="微软雅黑" charset="-122"/>
                <a:cs typeface="微软雅黑" charset="-122"/>
                <a:sym typeface="+mn-ea"/>
              </a:rPr>
              <a:t>核心用户立场模拟：</a:t>
            </a:r>
            <a:endParaRPr lang="en-US" altLang="zh-CN" sz="1200" spc="40">
              <a:ln w="3175">
                <a:noFill/>
                <a:prstDash val="dash"/>
              </a:ln>
              <a:solidFill>
                <a:schemeClr val="dk1">
                  <a:lumMod val="75000"/>
                  <a:lumOff val="25000"/>
                </a:schemeClr>
              </a:solidFill>
              <a:uFillTx/>
              <a:latin typeface="微软雅黑" charset="-122"/>
              <a:ea typeface="微软雅黑" charset="-122"/>
              <a:cs typeface="微软雅黑" charset="-122"/>
              <a:sym typeface="+mn-ea"/>
            </a:endParaRPr>
          </a:p>
          <a:p>
            <a:pPr marL="711200" lvl="1" indent="-254000" algn="l" fontAlgn="ctr">
              <a:lnSpc>
                <a:spcPct val="120000"/>
              </a:lnSpc>
              <a:spcBef>
                <a:spcPts val="0"/>
              </a:spcBef>
              <a:spcAft>
                <a:spcPts val="800"/>
              </a:spcAft>
              <a:buSzPct val="100000"/>
              <a:buFont typeface="Wingdings" panose="05000000000000000000" charset="0"/>
              <a:buChar char="l"/>
            </a:pPr>
            <a:r>
              <a:rPr lang="en-US" altLang="zh-CN" sz="1200" spc="40">
                <a:ln w="3175">
                  <a:noFill/>
                  <a:prstDash val="dash"/>
                </a:ln>
                <a:solidFill>
                  <a:schemeClr val="dk1">
                    <a:lumMod val="75000"/>
                    <a:lumOff val="25000"/>
                  </a:schemeClr>
                </a:solidFill>
                <a:uFillTx/>
                <a:latin typeface="微软雅黑" charset="-122"/>
                <a:ea typeface="微软雅黑" charset="-122"/>
                <a:cs typeface="微软雅黑" charset="-122"/>
                <a:sym typeface="+mn-ea"/>
              </a:rPr>
              <a:t>LLM赋能的代理有效模拟了核心用户在特定话题上的立场，准确度超过70%。</a:t>
            </a:r>
            <a:endParaRPr lang="en-US" altLang="zh-CN" sz="1200" spc="40">
              <a:ln w="3175">
                <a:noFill/>
                <a:prstDash val="dash"/>
              </a:ln>
              <a:solidFill>
                <a:schemeClr val="dk1">
                  <a:lumMod val="75000"/>
                  <a:lumOff val="25000"/>
                </a:schemeClr>
              </a:solidFill>
              <a:uFillTx/>
              <a:latin typeface="微软雅黑" charset="-122"/>
              <a:ea typeface="微软雅黑" charset="-122"/>
              <a:cs typeface="微软雅黑" charset="-122"/>
              <a:sym typeface="+mn-ea"/>
            </a:endParaRPr>
          </a:p>
          <a:p>
            <a:pPr marL="711200" lvl="1" indent="-254000" algn="l" fontAlgn="ctr">
              <a:lnSpc>
                <a:spcPct val="120000"/>
              </a:lnSpc>
              <a:spcBef>
                <a:spcPts val="0"/>
              </a:spcBef>
              <a:spcAft>
                <a:spcPts val="800"/>
              </a:spcAft>
              <a:buSzPct val="100000"/>
              <a:buFont typeface="Wingdings" panose="05000000000000000000" charset="0"/>
              <a:buChar char="l"/>
            </a:pPr>
            <a:r>
              <a:rPr lang="zh-CN" altLang="en-US" sz="1200" spc="40">
                <a:ln w="3175">
                  <a:noFill/>
                  <a:prstDash val="dash"/>
                </a:ln>
                <a:solidFill>
                  <a:schemeClr val="dk1">
                    <a:lumMod val="75000"/>
                    <a:lumOff val="25000"/>
                  </a:schemeClr>
                </a:solidFill>
                <a:uFillTx/>
                <a:latin typeface="微软雅黑" charset="-122"/>
                <a:ea typeface="微软雅黑" charset="-122"/>
                <a:cs typeface="微软雅黑" charset="-122"/>
                <a:sym typeface="+mn-ea"/>
              </a:rPr>
              <a:t>原因</a:t>
            </a:r>
            <a:r>
              <a:rPr lang="zh-CN" altLang="en-US" sz="1200" spc="40">
                <a:ln w="3175">
                  <a:noFill/>
                  <a:prstDash val="dash"/>
                </a:ln>
                <a:solidFill>
                  <a:schemeClr val="dk1">
                    <a:lumMod val="75000"/>
                    <a:lumOff val="25000"/>
                  </a:schemeClr>
                </a:solidFill>
                <a:uFillTx/>
                <a:latin typeface="微软雅黑" charset="-122"/>
                <a:ea typeface="微软雅黑" charset="-122"/>
                <a:cs typeface="微软雅黑" charset="-122"/>
                <a:sym typeface="+mn-ea"/>
              </a:rPr>
              <a:t>分析：</a:t>
            </a:r>
            <a:r>
              <a:rPr lang="en-US" altLang="zh-CN" sz="1200" spc="40">
                <a:ln w="3175">
                  <a:noFill/>
                  <a:prstDash val="dash"/>
                </a:ln>
                <a:solidFill>
                  <a:schemeClr val="dk1">
                    <a:lumMod val="75000"/>
                    <a:lumOff val="25000"/>
                  </a:schemeClr>
                </a:solidFill>
                <a:uFillTx/>
                <a:latin typeface="微软雅黑" charset="-122"/>
                <a:ea typeface="微软雅黑" charset="-122"/>
                <a:cs typeface="微软雅黑" charset="-122"/>
                <a:sym typeface="+mn-ea"/>
              </a:rPr>
              <a:t>个性化的配置文件反映了用户的倾向，有助于实现高准确度。</a:t>
            </a:r>
            <a:endParaRPr lang="en-US" altLang="zh-CN" sz="1200" spc="40">
              <a:ln w="3175">
                <a:noFill/>
                <a:prstDash val="dash"/>
              </a:ln>
              <a:solidFill>
                <a:schemeClr val="dk1">
                  <a:lumMod val="75000"/>
                  <a:lumOff val="25000"/>
                </a:schemeClr>
              </a:solidFill>
              <a:uFillTx/>
              <a:latin typeface="微软雅黑" charset="-122"/>
              <a:ea typeface="微软雅黑" charset="-122"/>
              <a:cs typeface="微软雅黑" charset="-122"/>
              <a:sym typeface="+mn-ea"/>
            </a:endParaRPr>
          </a:p>
          <a:p>
            <a:pPr marL="711200" lvl="1" indent="-254000" algn="l" fontAlgn="ctr">
              <a:lnSpc>
                <a:spcPct val="120000"/>
              </a:lnSpc>
              <a:spcBef>
                <a:spcPts val="0"/>
              </a:spcBef>
              <a:spcAft>
                <a:spcPts val="800"/>
              </a:spcAft>
              <a:buSzPct val="100000"/>
              <a:buFont typeface="Wingdings" panose="05000000000000000000" charset="0"/>
              <a:buChar char="l"/>
            </a:pPr>
            <a:r>
              <a:rPr lang="en-US" altLang="zh-CN" sz="1200" spc="40">
                <a:ln w="3175">
                  <a:noFill/>
                  <a:prstDash val="dash"/>
                </a:ln>
                <a:solidFill>
                  <a:schemeClr val="dk1">
                    <a:lumMod val="75000"/>
                    <a:lumOff val="25000"/>
                  </a:schemeClr>
                </a:solidFill>
                <a:uFillTx/>
                <a:latin typeface="微软雅黑" charset="-122"/>
                <a:ea typeface="微软雅黑" charset="-122"/>
                <a:cs typeface="微软雅黑" charset="-122"/>
                <a:sym typeface="+mn-ea"/>
              </a:rPr>
              <a:t>LLM倾向于产生具有明确立场的内容，不擅长生成中性内容，导致MaF（“宏观分数”）较低。</a:t>
            </a:r>
            <a:endParaRPr lang="en-US" altLang="zh-CN" sz="1200" spc="40">
              <a:ln w="3175">
                <a:noFill/>
                <a:prstDash val="dash"/>
              </a:ln>
              <a:solidFill>
                <a:schemeClr val="dk1">
                  <a:lumMod val="75000"/>
                  <a:lumOff val="25000"/>
                </a:schemeClr>
              </a:solidFill>
              <a:uFillTx/>
              <a:latin typeface="微软雅黑" charset="-122"/>
              <a:ea typeface="微软雅黑" charset="-122"/>
              <a:cs typeface="微软雅黑" charset="-122"/>
              <a:sym typeface="+mn-ea"/>
            </a:endParaRPr>
          </a:p>
          <a:p>
            <a:pPr marL="254000" lvl="0" indent="-254000" algn="l" fontAlgn="ctr">
              <a:lnSpc>
                <a:spcPct val="120000"/>
              </a:lnSpc>
              <a:spcBef>
                <a:spcPts val="0"/>
              </a:spcBef>
              <a:spcAft>
                <a:spcPts val="800"/>
              </a:spcAft>
              <a:buSzPct val="100000"/>
              <a:buFont typeface="Wingdings" panose="05000000000000000000" charset="0"/>
              <a:buChar char="l"/>
            </a:pPr>
            <a:r>
              <a:rPr lang="zh-CN" altLang="en-US" sz="1200" spc="40">
                <a:ln w="3175">
                  <a:noFill/>
                  <a:prstDash val="dash"/>
                </a:ln>
                <a:solidFill>
                  <a:schemeClr val="dk1">
                    <a:lumMod val="75000"/>
                    <a:lumOff val="25000"/>
                  </a:schemeClr>
                </a:solidFill>
                <a:uFillTx/>
                <a:latin typeface="微软雅黑" charset="-122"/>
                <a:ea typeface="微软雅黑" charset="-122"/>
                <a:cs typeface="微软雅黑" charset="-122"/>
                <a:sym typeface="+mn-ea"/>
              </a:rPr>
              <a:t>智能体具备</a:t>
            </a:r>
            <a:r>
              <a:rPr lang="en-US" altLang="zh-CN" sz="1200" spc="40">
                <a:ln w="3175">
                  <a:noFill/>
                  <a:prstDash val="dash"/>
                </a:ln>
                <a:solidFill>
                  <a:schemeClr val="dk1">
                    <a:lumMod val="75000"/>
                    <a:lumOff val="25000"/>
                  </a:schemeClr>
                </a:solidFill>
                <a:uFillTx/>
                <a:latin typeface="微软雅黑" charset="-122"/>
                <a:ea typeface="微软雅黑" charset="-122"/>
                <a:cs typeface="微软雅黑" charset="-122"/>
                <a:sym typeface="+mn-ea"/>
              </a:rPr>
              <a:t>内容</a:t>
            </a:r>
            <a:r>
              <a:rPr lang="zh-CN" altLang="en-US" sz="1200" spc="40">
                <a:ln w="3175">
                  <a:noFill/>
                  <a:prstDash val="dash"/>
                </a:ln>
                <a:solidFill>
                  <a:schemeClr val="dk1">
                    <a:lumMod val="75000"/>
                    <a:lumOff val="25000"/>
                  </a:schemeClr>
                </a:solidFill>
                <a:uFillTx/>
                <a:latin typeface="微软雅黑" charset="-122"/>
                <a:ea typeface="微软雅黑" charset="-122"/>
                <a:cs typeface="微软雅黑" charset="-122"/>
                <a:sym typeface="+mn-ea"/>
              </a:rPr>
              <a:t>复现的能力</a:t>
            </a:r>
            <a:r>
              <a:rPr lang="en-US" altLang="zh-CN" sz="1200" spc="40">
                <a:ln w="3175">
                  <a:noFill/>
                  <a:prstDash val="dash"/>
                </a:ln>
                <a:solidFill>
                  <a:schemeClr val="dk1">
                    <a:lumMod val="75000"/>
                    <a:lumOff val="25000"/>
                  </a:schemeClr>
                </a:solidFill>
                <a:uFillTx/>
                <a:latin typeface="微软雅黑" charset="-122"/>
                <a:ea typeface="微软雅黑" charset="-122"/>
                <a:cs typeface="微软雅黑" charset="-122"/>
                <a:sym typeface="+mn-ea"/>
              </a:rPr>
              <a:t>：</a:t>
            </a:r>
            <a:endParaRPr lang="en-US" altLang="zh-CN" sz="1200" spc="40">
              <a:ln w="3175">
                <a:noFill/>
                <a:prstDash val="dash"/>
              </a:ln>
              <a:solidFill>
                <a:schemeClr val="dk1">
                  <a:lumMod val="75000"/>
                  <a:lumOff val="25000"/>
                </a:schemeClr>
              </a:solidFill>
              <a:uFillTx/>
              <a:latin typeface="微软雅黑" charset="-122"/>
              <a:ea typeface="微软雅黑" charset="-122"/>
              <a:cs typeface="微软雅黑" charset="-122"/>
              <a:sym typeface="+mn-ea"/>
            </a:endParaRPr>
          </a:p>
          <a:p>
            <a:pPr marL="711200" lvl="1" indent="-254000" algn="l" fontAlgn="ctr">
              <a:lnSpc>
                <a:spcPct val="120000"/>
              </a:lnSpc>
              <a:spcBef>
                <a:spcPts val="0"/>
              </a:spcBef>
              <a:spcAft>
                <a:spcPts val="800"/>
              </a:spcAft>
              <a:buSzPct val="100000"/>
              <a:buFont typeface="Wingdings" panose="05000000000000000000" charset="0"/>
              <a:buChar char="l"/>
            </a:pPr>
            <a:r>
              <a:rPr lang="en-US" altLang="zh-CN" sz="1200" spc="40">
                <a:ln w="3175">
                  <a:noFill/>
                  <a:prstDash val="dash"/>
                </a:ln>
                <a:solidFill>
                  <a:schemeClr val="dk1">
                    <a:lumMod val="75000"/>
                    <a:lumOff val="25000"/>
                  </a:schemeClr>
                </a:solidFill>
                <a:uFillTx/>
                <a:latin typeface="微软雅黑" charset="-122"/>
                <a:ea typeface="微软雅黑" charset="-122"/>
                <a:cs typeface="微软雅黑" charset="-122"/>
                <a:sym typeface="+mn-ea"/>
              </a:rPr>
              <a:t>LLM赋能的代理能够</a:t>
            </a:r>
            <a:r>
              <a:rPr lang="zh-CN" altLang="en-US" sz="1200" spc="40">
                <a:ln w="3175">
                  <a:noFill/>
                  <a:prstDash val="dash"/>
                </a:ln>
                <a:solidFill>
                  <a:schemeClr val="dk1">
                    <a:lumMod val="75000"/>
                    <a:lumOff val="25000"/>
                  </a:schemeClr>
                </a:solidFill>
                <a:uFillTx/>
                <a:latin typeface="微软雅黑" charset="-122"/>
                <a:ea typeface="微软雅黑" charset="-122"/>
                <a:cs typeface="微软雅黑" charset="-122"/>
                <a:sym typeface="+mn-ea"/>
              </a:rPr>
              <a:t>复现</a:t>
            </a:r>
            <a:r>
              <a:rPr lang="en-US" altLang="zh-CN" sz="1200" spc="40">
                <a:ln w="3175">
                  <a:noFill/>
                  <a:prstDash val="dash"/>
                </a:ln>
                <a:solidFill>
                  <a:schemeClr val="dk1">
                    <a:lumMod val="75000"/>
                    <a:lumOff val="25000"/>
                  </a:schemeClr>
                </a:solidFill>
                <a:uFillTx/>
                <a:latin typeface="微软雅黑" charset="-122"/>
                <a:ea typeface="微软雅黑" charset="-122"/>
                <a:cs typeface="微软雅黑" charset="-122"/>
                <a:sym typeface="+mn-ea"/>
              </a:rPr>
              <a:t>用户生成的内容类型。</a:t>
            </a:r>
            <a:endParaRPr lang="en-US" altLang="zh-CN" sz="1200" spc="40">
              <a:ln w="3175">
                <a:noFill/>
                <a:prstDash val="dash"/>
              </a:ln>
              <a:solidFill>
                <a:schemeClr val="dk1">
                  <a:lumMod val="75000"/>
                  <a:lumOff val="25000"/>
                </a:schemeClr>
              </a:solidFill>
              <a:uFillTx/>
              <a:latin typeface="微软雅黑" charset="-122"/>
              <a:ea typeface="微软雅黑" charset="-122"/>
              <a:cs typeface="微软雅黑" charset="-122"/>
              <a:sym typeface="+mn-ea"/>
            </a:endParaRPr>
          </a:p>
          <a:p>
            <a:pPr marL="711200" lvl="1" indent="-254000" algn="l" fontAlgn="ctr">
              <a:lnSpc>
                <a:spcPct val="120000"/>
              </a:lnSpc>
              <a:spcBef>
                <a:spcPts val="0"/>
              </a:spcBef>
              <a:spcAft>
                <a:spcPts val="800"/>
              </a:spcAft>
              <a:buSzPct val="100000"/>
              <a:buFont typeface="Wingdings" panose="05000000000000000000" charset="0"/>
              <a:buChar char="l"/>
            </a:pPr>
            <a:r>
              <a:rPr lang="en-US" altLang="zh-CN" sz="1200" spc="40">
                <a:ln w="3175">
                  <a:noFill/>
                  <a:prstDash val="dash"/>
                </a:ln>
                <a:solidFill>
                  <a:schemeClr val="dk1">
                    <a:lumMod val="75000"/>
                    <a:lumOff val="25000"/>
                  </a:schemeClr>
                </a:solidFill>
                <a:uFillTx/>
                <a:latin typeface="微软雅黑" charset="-122"/>
                <a:ea typeface="微软雅黑" charset="-122"/>
                <a:cs typeface="微软雅黑" charset="-122"/>
                <a:sym typeface="+mn-ea"/>
              </a:rPr>
              <a:t>LLM赋能的代理生成内容通常集中在号召行动和分享观点上。</a:t>
            </a:r>
            <a:endParaRPr lang="en-US" altLang="zh-CN" sz="1200" spc="40">
              <a:ln w="3175">
                <a:noFill/>
                <a:prstDash val="dash"/>
              </a:ln>
              <a:solidFill>
                <a:schemeClr val="dk1">
                  <a:lumMod val="75000"/>
                  <a:lumOff val="25000"/>
                </a:schemeClr>
              </a:solidFill>
              <a:uFillTx/>
              <a:latin typeface="微软雅黑" charset="-122"/>
              <a:ea typeface="微软雅黑" charset="-122"/>
              <a:cs typeface="微软雅黑" charset="-122"/>
              <a:sym typeface="+mn-ea"/>
            </a:endParaRPr>
          </a:p>
          <a:p>
            <a:pPr marL="711200" lvl="1" indent="-254000" algn="l" fontAlgn="ctr">
              <a:lnSpc>
                <a:spcPct val="120000"/>
              </a:lnSpc>
              <a:spcBef>
                <a:spcPts val="0"/>
              </a:spcBef>
              <a:spcAft>
                <a:spcPts val="800"/>
              </a:spcAft>
              <a:buSzPct val="100000"/>
              <a:buFont typeface="Wingdings" panose="05000000000000000000" charset="0"/>
              <a:buChar char="l"/>
            </a:pPr>
            <a:r>
              <a:rPr lang="en-US" altLang="zh-CN" sz="1200" spc="40">
                <a:ln w="3175">
                  <a:noFill/>
                  <a:prstDash val="dash"/>
                </a:ln>
                <a:solidFill>
                  <a:schemeClr val="dk1">
                    <a:lumMod val="75000"/>
                    <a:lumOff val="25000"/>
                  </a:schemeClr>
                </a:solidFill>
                <a:uFillTx/>
                <a:latin typeface="微软雅黑" charset="-122"/>
                <a:ea typeface="微软雅黑" charset="-122"/>
                <a:cs typeface="微软雅黑" charset="-122"/>
                <a:sym typeface="+mn-ea"/>
              </a:rPr>
              <a:t>真实内容与模拟内容之间的余弦相似性接近70%，证实了代理模拟用户对特定情境反应的能力。</a:t>
            </a:r>
            <a:endParaRPr lang="en-US" altLang="zh-CN" sz="785" spc="40">
              <a:ln w="3175">
                <a:noFill/>
                <a:prstDash val="dash"/>
              </a:ln>
              <a:solidFill>
                <a:schemeClr val="dk1">
                  <a:lumMod val="75000"/>
                  <a:lumOff val="25000"/>
                </a:schemeClr>
              </a:solidFill>
              <a:uFillTx/>
              <a:latin typeface="微软雅黑" charset="-122"/>
              <a:ea typeface="微软雅黑" charset="-122"/>
              <a:cs typeface="微软雅黑" charset="-122"/>
              <a:sym typeface="+mn-ea"/>
            </a:endParaRPr>
          </a:p>
          <a:p>
            <a:pPr marL="254000" lvl="0" indent="-254000" algn="l" fontAlgn="ctr">
              <a:lnSpc>
                <a:spcPct val="120000"/>
              </a:lnSpc>
              <a:spcBef>
                <a:spcPts val="0"/>
              </a:spcBef>
              <a:spcAft>
                <a:spcPts val="800"/>
              </a:spcAft>
              <a:buSzPct val="100000"/>
              <a:buFont typeface="Wingdings" panose="05000000000000000000" charset="0"/>
              <a:buChar char="l"/>
            </a:pPr>
            <a:r>
              <a:rPr lang="en-US" altLang="zh-CN" sz="1200" spc="40">
                <a:ln w="3175">
                  <a:noFill/>
                  <a:prstDash val="dash"/>
                </a:ln>
                <a:solidFill>
                  <a:schemeClr val="dk1">
                    <a:lumMod val="75000"/>
                    <a:lumOff val="25000"/>
                  </a:schemeClr>
                </a:solidFill>
                <a:uFillTx/>
                <a:latin typeface="微软雅黑" charset="-122"/>
                <a:ea typeface="微软雅黑" charset="-122"/>
                <a:cs typeface="微软雅黑" charset="-122"/>
                <a:sym typeface="+mn-ea"/>
              </a:rPr>
              <a:t>用户行为</a:t>
            </a:r>
            <a:r>
              <a:rPr lang="zh-CN" altLang="en-US" sz="1200" spc="40">
                <a:ln w="3175">
                  <a:noFill/>
                  <a:prstDash val="dash"/>
                </a:ln>
                <a:solidFill>
                  <a:schemeClr val="dk1">
                    <a:lumMod val="75000"/>
                    <a:lumOff val="25000"/>
                  </a:schemeClr>
                </a:solidFill>
                <a:uFillTx/>
                <a:latin typeface="微软雅黑" charset="-122"/>
                <a:ea typeface="微软雅黑" charset="-122"/>
                <a:cs typeface="微软雅黑" charset="-122"/>
                <a:sym typeface="+mn-ea"/>
              </a:rPr>
              <a:t>多样性</a:t>
            </a:r>
            <a:r>
              <a:rPr lang="en-US" altLang="zh-CN" sz="1200" spc="40">
                <a:ln w="3175">
                  <a:noFill/>
                  <a:prstDash val="dash"/>
                </a:ln>
                <a:solidFill>
                  <a:schemeClr val="dk1">
                    <a:lumMod val="75000"/>
                    <a:lumOff val="25000"/>
                  </a:schemeClr>
                </a:solidFill>
                <a:uFillTx/>
                <a:latin typeface="微软雅黑" charset="-122"/>
                <a:ea typeface="微软雅黑" charset="-122"/>
                <a:cs typeface="微软雅黑" charset="-122"/>
                <a:sym typeface="+mn-ea"/>
              </a:rPr>
              <a:t>：</a:t>
            </a:r>
            <a:endParaRPr lang="en-US" altLang="zh-CN" sz="1200" spc="40">
              <a:ln w="3175">
                <a:noFill/>
                <a:prstDash val="dash"/>
              </a:ln>
              <a:solidFill>
                <a:schemeClr val="dk1">
                  <a:lumMod val="75000"/>
                  <a:lumOff val="25000"/>
                </a:schemeClr>
              </a:solidFill>
              <a:uFillTx/>
              <a:latin typeface="微软雅黑" charset="-122"/>
              <a:ea typeface="微软雅黑" charset="-122"/>
              <a:cs typeface="微软雅黑" charset="-122"/>
              <a:sym typeface="+mn-ea"/>
            </a:endParaRPr>
          </a:p>
          <a:p>
            <a:pPr marL="711200" lvl="1" indent="-254000" algn="l" fontAlgn="ctr">
              <a:lnSpc>
                <a:spcPct val="120000"/>
              </a:lnSpc>
              <a:spcBef>
                <a:spcPts val="0"/>
              </a:spcBef>
              <a:spcAft>
                <a:spcPts val="800"/>
              </a:spcAft>
              <a:buSzPct val="100000"/>
              <a:buFont typeface="Wingdings" panose="05000000000000000000" charset="0"/>
              <a:buChar char="l"/>
            </a:pPr>
            <a:r>
              <a:rPr lang="en-US" altLang="zh-CN" sz="1200" spc="40">
                <a:ln w="3175">
                  <a:noFill/>
                  <a:prstDash val="dash"/>
                </a:ln>
                <a:solidFill>
                  <a:schemeClr val="dk1">
                    <a:lumMod val="75000"/>
                    <a:lumOff val="25000"/>
                  </a:schemeClr>
                </a:solidFill>
                <a:uFillTx/>
                <a:latin typeface="微软雅黑" charset="-122"/>
                <a:ea typeface="微软雅黑" charset="-122"/>
                <a:cs typeface="微软雅黑" charset="-122"/>
                <a:sym typeface="+mn-ea"/>
              </a:rPr>
              <a:t>LLM赋能的代理能很好地区分倾向于创建原创内容的用户和倾向于转推的用户。</a:t>
            </a:r>
            <a:endParaRPr lang="en-US" altLang="zh-CN" sz="1200" spc="40">
              <a:ln w="3175">
                <a:noFill/>
                <a:prstDash val="dash"/>
              </a:ln>
              <a:solidFill>
                <a:schemeClr val="dk1">
                  <a:lumMod val="75000"/>
                  <a:lumOff val="25000"/>
                </a:schemeClr>
              </a:solidFill>
              <a:uFillTx/>
              <a:latin typeface="微软雅黑" charset="-122"/>
              <a:ea typeface="微软雅黑" charset="-122"/>
              <a:cs typeface="微软雅黑" charset="-122"/>
              <a:sym typeface="+mn-ea"/>
            </a:endParaRPr>
          </a:p>
          <a:p>
            <a:pPr marL="711200" lvl="1" indent="-254000" algn="l" fontAlgn="ctr">
              <a:lnSpc>
                <a:spcPct val="120000"/>
              </a:lnSpc>
              <a:spcBef>
                <a:spcPts val="0"/>
              </a:spcBef>
              <a:spcAft>
                <a:spcPts val="800"/>
              </a:spcAft>
              <a:buSzPct val="100000"/>
              <a:buFont typeface="Wingdings" panose="05000000000000000000" charset="0"/>
              <a:buChar char="l"/>
            </a:pPr>
            <a:r>
              <a:rPr lang="en-US" altLang="zh-CN" sz="1200" spc="40">
                <a:ln w="3175">
                  <a:noFill/>
                  <a:prstDash val="dash"/>
                </a:ln>
                <a:solidFill>
                  <a:schemeClr val="dk1">
                    <a:lumMod val="75000"/>
                    <a:lumOff val="25000"/>
                  </a:schemeClr>
                </a:solidFill>
                <a:uFillTx/>
                <a:latin typeface="微软雅黑" charset="-122"/>
                <a:ea typeface="微软雅黑" charset="-122"/>
                <a:cs typeface="微软雅黑" charset="-122"/>
                <a:sym typeface="+mn-ea"/>
              </a:rPr>
              <a:t>在所有三个数据集上，代理达到了超过75%的准确度。</a:t>
            </a:r>
            <a:endParaRPr lang="en-US" altLang="zh-CN" sz="1200" spc="40">
              <a:ln w="3175">
                <a:noFill/>
                <a:prstDash val="dash"/>
              </a:ln>
              <a:solidFill>
                <a:schemeClr val="dk1">
                  <a:lumMod val="75000"/>
                  <a:lumOff val="25000"/>
                </a:schemeClr>
              </a:solidFill>
              <a:uFillTx/>
              <a:latin typeface="微软雅黑" charset="-122"/>
              <a:ea typeface="微软雅黑" charset="-122"/>
              <a:cs typeface="微软雅黑" charset="-122"/>
              <a:sym typeface="+mn-ea"/>
            </a:endParaRPr>
          </a:p>
          <a:p>
            <a:pPr marL="711200" lvl="1" indent="-254000" algn="l" fontAlgn="ctr">
              <a:lnSpc>
                <a:spcPct val="120000"/>
              </a:lnSpc>
              <a:spcBef>
                <a:spcPts val="0"/>
              </a:spcBef>
              <a:spcAft>
                <a:spcPts val="800"/>
              </a:spcAft>
              <a:buSzPct val="100000"/>
              <a:buFont typeface="Wingdings" panose="05000000000000000000" charset="0"/>
              <a:buChar char="l"/>
            </a:pPr>
            <a:r>
              <a:rPr lang="en-US" altLang="zh-CN" sz="1200" spc="40">
                <a:ln w="3175">
                  <a:noFill/>
                  <a:prstDash val="dash"/>
                </a:ln>
                <a:solidFill>
                  <a:schemeClr val="dk1">
                    <a:lumMod val="75000"/>
                    <a:lumOff val="25000"/>
                  </a:schemeClr>
                </a:solidFill>
                <a:uFillTx/>
                <a:latin typeface="微软雅黑" charset="-122"/>
                <a:ea typeface="微软雅黑" charset="-122"/>
                <a:cs typeface="微软雅黑" charset="-122"/>
                <a:sym typeface="+mn-ea"/>
              </a:rPr>
              <a:t>这归功于配置文件中角色的描述，这间接影响了代理在Twitter环境中的行动选择。</a:t>
            </a:r>
            <a:endParaRPr lang="en-US" altLang="zh-CN" sz="1200" spc="40">
              <a:ln w="3175">
                <a:noFill/>
                <a:prstDash val="dash"/>
              </a:ln>
              <a:solidFill>
                <a:schemeClr val="dk1">
                  <a:lumMod val="75000"/>
                  <a:lumOff val="25000"/>
                </a:schemeClr>
              </a:solidFill>
              <a:uFillTx/>
              <a:latin typeface="微软雅黑" charset="-122"/>
              <a:ea typeface="微软雅黑" charset="-122"/>
              <a:cs typeface="微软雅黑" charset="-122"/>
              <a:sym typeface="+mn-ea"/>
            </a:endParaRPr>
          </a:p>
        </p:txBody>
      </p:sp>
    </p:spTree>
    <p:custDataLst>
      <p:tags r:id="rId4"/>
    </p:custData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 name="矩形 13"/>
          <p:cNvSpPr/>
          <p:nvPr userDrawn="1">
            <p:custDataLst>
              <p:tags r:id="rId1"/>
            </p:custDataLst>
          </p:nvPr>
        </p:nvSpPr>
        <p:spPr>
          <a:xfrm>
            <a:off x="0" y="0"/>
            <a:ext cx="9144000" cy="684086"/>
          </a:xfrm>
          <a:prstGeom prst="rect">
            <a:avLst/>
          </a:prstGeom>
          <a:solidFill>
            <a:schemeClr val="dk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lvl="0" algn="ctr"/>
            <a:endParaRPr lang="en-US" altLang="zh-CN" sz="1350">
              <a:solidFill>
                <a:schemeClr val="lt1"/>
              </a:solidFill>
              <a:latin typeface="微软雅黑" charset="-122"/>
              <a:ea typeface="微软雅黑" charset="-122"/>
              <a:sym typeface="+mn-ea"/>
            </a:endParaRPr>
          </a:p>
        </p:txBody>
      </p:sp>
      <p:sp>
        <p:nvSpPr>
          <p:cNvPr id="15" name="文本框 14"/>
          <p:cNvSpPr txBox="1"/>
          <p:nvPr>
            <p:custDataLst>
              <p:tags r:id="rId2"/>
            </p:custDataLst>
          </p:nvPr>
        </p:nvSpPr>
        <p:spPr>
          <a:xfrm>
            <a:off x="342867" y="113348"/>
            <a:ext cx="8458267" cy="457200"/>
          </a:xfrm>
          <a:prstGeom prst="rect">
            <a:avLst/>
          </a:prstGeom>
          <a:noFill/>
        </p:spPr>
        <p:txBody>
          <a:bodyPr wrap="square" lIns="47625" tIns="19050" rIns="47625" bIns="19050" rtlCol="0" anchor="ctr" anchorCtr="0">
            <a:normAutofit fontScale="90000"/>
          </a:bodyPr>
          <a:p>
            <a:pPr marL="0" indent="0" algn="l">
              <a:lnSpc>
                <a:spcPct val="100000"/>
              </a:lnSpc>
              <a:spcBef>
                <a:spcPts val="0"/>
              </a:spcBef>
              <a:spcAft>
                <a:spcPts val="0"/>
              </a:spcAft>
              <a:buSzPct val="100000"/>
              <a:buNone/>
            </a:pPr>
            <a:r>
              <a:rPr lang="zh-CN" altLang="en-US" sz="2800" b="1" spc="120">
                <a:solidFill>
                  <a:schemeClr val="lt1"/>
                </a:solidFill>
                <a:uFillTx/>
                <a:latin typeface="微软雅黑" charset="-122"/>
                <a:ea typeface="微软雅黑" charset="-122"/>
                <a:sym typeface="+mn-ea"/>
              </a:rPr>
              <a:t>宏观对齐结果</a:t>
            </a:r>
            <a:endParaRPr lang="zh-CN" altLang="en-US" sz="2800" b="1" spc="120">
              <a:solidFill>
                <a:schemeClr val="lt1"/>
              </a:solidFill>
              <a:uFillTx/>
              <a:latin typeface="微软雅黑" charset="-122"/>
              <a:ea typeface="微软雅黑" charset="-122"/>
              <a:sym typeface="+mn-ea"/>
            </a:endParaRPr>
          </a:p>
        </p:txBody>
      </p:sp>
      <p:pic>
        <p:nvPicPr>
          <p:cNvPr id="4" name="图片 3"/>
          <p:cNvPicPr>
            <a:picLocks noChangeAspect="1"/>
          </p:cNvPicPr>
          <p:nvPr>
            <p:custDataLst>
              <p:tags r:id="rId3"/>
            </p:custDataLst>
          </p:nvPr>
        </p:nvPicPr>
        <p:blipFill>
          <a:blip r:embed="rId4"/>
          <a:stretch>
            <a:fillRect/>
          </a:stretch>
        </p:blipFill>
        <p:spPr>
          <a:xfrm>
            <a:off x="267335" y="1076325"/>
            <a:ext cx="8655685" cy="2569845"/>
          </a:xfrm>
          <a:prstGeom prst="rect">
            <a:avLst/>
          </a:prstGeom>
        </p:spPr>
      </p:pic>
    </p:spTree>
    <p:custDataLst>
      <p:tags r:id="rId5"/>
    </p:custData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 name="矩形 13"/>
          <p:cNvSpPr/>
          <p:nvPr userDrawn="1">
            <p:custDataLst>
              <p:tags r:id="rId1"/>
            </p:custDataLst>
          </p:nvPr>
        </p:nvSpPr>
        <p:spPr>
          <a:xfrm>
            <a:off x="0" y="0"/>
            <a:ext cx="9144000" cy="684086"/>
          </a:xfrm>
          <a:prstGeom prst="rect">
            <a:avLst/>
          </a:prstGeom>
          <a:solidFill>
            <a:schemeClr val="dk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lvl="0" algn="ctr"/>
            <a:endParaRPr lang="en-US" altLang="zh-CN" sz="1350">
              <a:solidFill>
                <a:schemeClr val="lt1"/>
              </a:solidFill>
              <a:latin typeface="微软雅黑" charset="-122"/>
              <a:ea typeface="微软雅黑" charset="-122"/>
              <a:sym typeface="+mn-ea"/>
            </a:endParaRPr>
          </a:p>
        </p:txBody>
      </p:sp>
      <p:sp>
        <p:nvSpPr>
          <p:cNvPr id="15" name="文本框 14"/>
          <p:cNvSpPr txBox="1"/>
          <p:nvPr>
            <p:custDataLst>
              <p:tags r:id="rId2"/>
            </p:custDataLst>
          </p:nvPr>
        </p:nvSpPr>
        <p:spPr>
          <a:xfrm>
            <a:off x="342867" y="113348"/>
            <a:ext cx="8458267" cy="457200"/>
          </a:xfrm>
          <a:prstGeom prst="rect">
            <a:avLst/>
          </a:prstGeom>
          <a:noFill/>
        </p:spPr>
        <p:txBody>
          <a:bodyPr wrap="square" lIns="47625" tIns="19050" rIns="47625" bIns="19050" rtlCol="0" anchor="ctr" anchorCtr="0">
            <a:normAutofit fontScale="90000"/>
          </a:bodyPr>
          <a:p>
            <a:pPr marL="0" indent="0" algn="l">
              <a:lnSpc>
                <a:spcPct val="100000"/>
              </a:lnSpc>
              <a:spcBef>
                <a:spcPts val="0"/>
              </a:spcBef>
              <a:spcAft>
                <a:spcPts val="0"/>
              </a:spcAft>
              <a:buSzPct val="100000"/>
              <a:buNone/>
            </a:pPr>
            <a:r>
              <a:rPr lang="zh-CN" altLang="en-US" sz="2800" b="1" spc="120">
                <a:solidFill>
                  <a:schemeClr val="lt1"/>
                </a:solidFill>
                <a:uFillTx/>
                <a:latin typeface="微软雅黑" charset="-122"/>
                <a:ea typeface="微软雅黑" charset="-122"/>
                <a:sym typeface="+mn-ea"/>
              </a:rPr>
              <a:t>宏观对齐</a:t>
            </a:r>
            <a:r>
              <a:rPr lang="zh-CN" altLang="en-US" sz="2800" b="1" spc="120">
                <a:solidFill>
                  <a:schemeClr val="lt1"/>
                </a:solidFill>
                <a:uFillTx/>
                <a:latin typeface="微软雅黑" charset="-122"/>
                <a:ea typeface="微软雅黑" charset="-122"/>
                <a:sym typeface="+mn-ea"/>
              </a:rPr>
              <a:t>评估</a:t>
            </a:r>
            <a:endParaRPr lang="zh-CN" altLang="en-US" sz="2800" b="1" spc="120">
              <a:solidFill>
                <a:schemeClr val="lt1"/>
              </a:solidFill>
              <a:uFillTx/>
              <a:latin typeface="微软雅黑" charset="-122"/>
              <a:ea typeface="微软雅黑" charset="-122"/>
              <a:sym typeface="+mn-ea"/>
            </a:endParaRPr>
          </a:p>
        </p:txBody>
      </p:sp>
      <p:sp>
        <p:nvSpPr>
          <p:cNvPr id="2" name="文本框 1"/>
          <p:cNvSpPr txBox="1"/>
          <p:nvPr/>
        </p:nvSpPr>
        <p:spPr>
          <a:xfrm>
            <a:off x="294005" y="857885"/>
            <a:ext cx="8554085" cy="3830955"/>
          </a:xfrm>
          <a:prstGeom prst="rect">
            <a:avLst/>
          </a:prstGeom>
          <a:noFill/>
        </p:spPr>
        <p:txBody>
          <a:bodyPr wrap="square" rtlCol="0" anchor="t">
            <a:spAutoFit/>
          </a:bodyPr>
          <a:p>
            <a:pPr indent="0">
              <a:lnSpc>
                <a:spcPct val="150000"/>
              </a:lnSpc>
              <a:buFont typeface="Arial" panose="020B0604020202090204" pitchFamily="34" charset="0"/>
              <a:buNone/>
            </a:pPr>
            <a:r>
              <a:rPr lang="en-US" altLang="zh-CN">
                <a:latin typeface="微软雅黑" charset="0"/>
                <a:ea typeface="微软雅黑" charset="0"/>
                <a:sym typeface="+mn-ea"/>
              </a:rPr>
              <a:t>1. 混合模型的性能优势：总体而言，混合模型在静态指标和时间序列指标方面都优于纯ABMs（代理基础模型）。</a:t>
            </a:r>
            <a:endParaRPr lang="en-US" altLang="zh-CN">
              <a:latin typeface="微软雅黑" charset="0"/>
              <a:ea typeface="微软雅黑" charset="0"/>
              <a:sym typeface="+mn-ea"/>
            </a:endParaRPr>
          </a:p>
          <a:p>
            <a:pPr indent="0">
              <a:lnSpc>
                <a:spcPct val="150000"/>
              </a:lnSpc>
              <a:buFont typeface="Arial" panose="020B0604020202090204" pitchFamily="34" charset="0"/>
              <a:buNone/>
            </a:pPr>
            <a:r>
              <a:rPr lang="en-US" altLang="zh-CN">
                <a:latin typeface="微软雅黑" charset="0"/>
                <a:ea typeface="微软雅黑" charset="0"/>
                <a:sym typeface="+mn-ea"/>
              </a:rPr>
              <a:t>2. 特定模型的优势：基于相对一致性模型（RA）和Lorenz模型的模拟在多个数据集上显示出优势，这得益于RA和Lorenz在模拟极端情况方面的建模能力。</a:t>
            </a:r>
            <a:endParaRPr lang="en-US" altLang="zh-CN">
              <a:latin typeface="微软雅黑" charset="0"/>
              <a:ea typeface="微软雅黑" charset="0"/>
              <a:sym typeface="+mn-ea"/>
            </a:endParaRPr>
          </a:p>
          <a:p>
            <a:pPr indent="0">
              <a:lnSpc>
                <a:spcPct val="150000"/>
              </a:lnSpc>
              <a:buFont typeface="Arial" panose="020B0604020202090204" pitchFamily="34" charset="0"/>
              <a:buNone/>
            </a:pPr>
            <a:r>
              <a:rPr lang="en-US" altLang="zh-CN">
                <a:latin typeface="微软雅黑" charset="0"/>
                <a:ea typeface="微软雅黑" charset="0"/>
                <a:sym typeface="+mn-ea"/>
              </a:rPr>
              <a:t>3. </a:t>
            </a:r>
            <a:r>
              <a:rPr lang="zh-CN" altLang="en-US">
                <a:latin typeface="微软雅黑" charset="0"/>
                <a:ea typeface="微软雅黑" charset="0"/>
                <a:sym typeface="+mn-ea"/>
              </a:rPr>
              <a:t>混合模型的</a:t>
            </a:r>
            <a:r>
              <a:rPr lang="en-US" altLang="zh-CN">
                <a:latin typeface="微软雅黑" charset="0"/>
                <a:ea typeface="微软雅黑" charset="0"/>
                <a:sym typeface="+mn-ea"/>
              </a:rPr>
              <a:t>态度偏差：混合模型通常表现出比相应的纯ABMs更高的态度偏差</a:t>
            </a:r>
            <a:r>
              <a:rPr lang="zh-CN" altLang="en-US">
                <a:latin typeface="微软雅黑" charset="0"/>
                <a:ea typeface="微软雅黑" charset="0"/>
                <a:sym typeface="+mn-ea"/>
              </a:rPr>
              <a:t>：</a:t>
            </a:r>
            <a:endParaRPr lang="en-US" altLang="zh-CN">
              <a:latin typeface="微软雅黑" charset="0"/>
              <a:ea typeface="微软雅黑" charset="0"/>
              <a:sym typeface="+mn-ea"/>
            </a:endParaRPr>
          </a:p>
          <a:p>
            <a:pPr indent="457200">
              <a:lnSpc>
                <a:spcPct val="150000"/>
              </a:lnSpc>
              <a:buFont typeface="Arial" panose="020B0604020202090204" pitchFamily="34" charset="0"/>
              <a:buNone/>
            </a:pPr>
            <a:r>
              <a:rPr lang="en-US" altLang="zh-CN">
                <a:solidFill>
                  <a:srgbClr val="FF0000"/>
                </a:solidFill>
                <a:latin typeface="微软雅黑" charset="0"/>
                <a:ea typeface="微软雅黑" charset="0"/>
                <a:sym typeface="+mn-ea"/>
              </a:rPr>
              <a:t>这种偏差也是由于大型语言模型（LLMs）倾向于生成具有明确立场的内容，导致更多代理被建模为积极的</a:t>
            </a:r>
            <a:r>
              <a:rPr lang="zh-CN" altLang="en-US">
                <a:solidFill>
                  <a:srgbClr val="FF0000"/>
                </a:solidFill>
                <a:latin typeface="微软雅黑" charset="0"/>
                <a:ea typeface="微软雅黑" charset="0"/>
                <a:sym typeface="+mn-ea"/>
              </a:rPr>
              <a:t>，导致</a:t>
            </a:r>
            <a:r>
              <a:rPr lang="en-US" altLang="zh-CN">
                <a:solidFill>
                  <a:srgbClr val="FF0000"/>
                </a:solidFill>
                <a:latin typeface="微软雅黑" charset="0"/>
                <a:ea typeface="微软雅黑" charset="0"/>
                <a:sym typeface="+mn-ea"/>
              </a:rPr>
              <a:t>整体态度水平也可能被高估</a:t>
            </a:r>
            <a:r>
              <a:rPr lang="en-US" altLang="zh-CN">
                <a:latin typeface="微软雅黑" charset="0"/>
                <a:ea typeface="微软雅黑" charset="0"/>
                <a:sym typeface="+mn-ea"/>
              </a:rPr>
              <a:t>。</a:t>
            </a:r>
            <a:endParaRPr lang="en-US" altLang="zh-CN">
              <a:latin typeface="微软雅黑" charset="0"/>
              <a:ea typeface="微软雅黑" charset="0"/>
              <a:sym typeface="+mn-ea"/>
            </a:endParaRPr>
          </a:p>
          <a:p>
            <a:pPr indent="0">
              <a:lnSpc>
                <a:spcPct val="150000"/>
              </a:lnSpc>
              <a:buFont typeface="Arial" panose="020B0604020202090204" pitchFamily="34" charset="0"/>
              <a:buNone/>
            </a:pPr>
            <a:r>
              <a:rPr lang="en-US" altLang="zh-CN">
                <a:latin typeface="微软雅黑" charset="0"/>
                <a:ea typeface="微软雅黑" charset="0"/>
                <a:sym typeface="+mn-ea"/>
              </a:rPr>
              <a:t>4.LLMs赋能的核心用户立场</a:t>
            </a:r>
            <a:r>
              <a:rPr lang="en-US" altLang="zh-CN">
                <a:latin typeface="微软雅黑" charset="0"/>
                <a:ea typeface="微软雅黑" charset="0"/>
                <a:sym typeface="+mn-ea"/>
              </a:rPr>
              <a:t>的准确</a:t>
            </a:r>
            <a:r>
              <a:rPr lang="en-US" altLang="zh-CN">
                <a:latin typeface="微软雅黑" charset="0"/>
                <a:ea typeface="微软雅黑" charset="0"/>
                <a:sym typeface="+mn-ea"/>
              </a:rPr>
              <a:t>复制能力</a:t>
            </a:r>
            <a:r>
              <a:rPr lang="zh-CN" altLang="en-US">
                <a:latin typeface="微软雅黑" charset="0"/>
                <a:ea typeface="微软雅黑" charset="0"/>
                <a:sym typeface="+mn-ea"/>
              </a:rPr>
              <a:t>，</a:t>
            </a:r>
            <a:r>
              <a:rPr lang="en-US" altLang="zh-CN">
                <a:latin typeface="微软雅黑" charset="0"/>
                <a:ea typeface="微软雅黑" charset="0"/>
                <a:sym typeface="+mn-ea"/>
              </a:rPr>
              <a:t>即使纯ABMs未能捕捉到态度变化的整体趋势，混合模型也能纠正这一趋势。</a:t>
            </a:r>
            <a:endParaRPr lang="en-US" altLang="zh-CN">
              <a:latin typeface="微软雅黑" charset="0"/>
              <a:ea typeface="微软雅黑" charset="0"/>
              <a:sym typeface="+mn-ea"/>
            </a:endParaRPr>
          </a:p>
        </p:txBody>
      </p:sp>
    </p:spTree>
    <p:custDataLst>
      <p:tags r:id="rId3"/>
    </p:custData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8" name="文本框 27"/>
          <p:cNvSpPr txBox="1"/>
          <p:nvPr>
            <p:custDataLst>
              <p:tags r:id="rId1"/>
            </p:custDataLst>
          </p:nvPr>
        </p:nvSpPr>
        <p:spPr>
          <a:xfrm>
            <a:off x="457173" y="457113"/>
            <a:ext cx="3914794" cy="801167"/>
          </a:xfrm>
          <a:prstGeom prst="rect">
            <a:avLst/>
          </a:prstGeom>
          <a:noFill/>
        </p:spPr>
        <p:txBody>
          <a:bodyPr wrap="square" lIns="47625" tIns="19050" rIns="47625" bIns="19050" rtlCol="0" anchor="b" anchorCtr="0">
            <a:normAutofit/>
          </a:bodyPr>
          <a:p>
            <a:pPr marL="0" indent="0" algn="l">
              <a:lnSpc>
                <a:spcPct val="110000"/>
              </a:lnSpc>
              <a:spcBef>
                <a:spcPts val="0"/>
              </a:spcBef>
              <a:spcAft>
                <a:spcPts val="0"/>
              </a:spcAft>
              <a:buSzPct val="100000"/>
              <a:buNone/>
            </a:pPr>
            <a:r>
              <a:rPr lang="zh-CN" altLang="en-US" sz="4000" b="1" spc="240">
                <a:solidFill>
                  <a:schemeClr val="accent1"/>
                </a:solidFill>
                <a:uFillTx/>
                <a:latin typeface="微软雅黑" charset="-122"/>
                <a:ea typeface="微软雅黑" charset="-122"/>
                <a:sym typeface="+mn-ea"/>
              </a:rPr>
              <a:t>性能评估</a:t>
            </a:r>
            <a:endParaRPr lang="zh-CN" altLang="en-US" sz="4000" b="1" spc="240">
              <a:solidFill>
                <a:schemeClr val="accent1"/>
              </a:solidFill>
              <a:uFillTx/>
              <a:latin typeface="微软雅黑" charset="-122"/>
              <a:ea typeface="微软雅黑" charset="-122"/>
              <a:sym typeface="+mn-ea"/>
            </a:endParaRPr>
          </a:p>
        </p:txBody>
      </p:sp>
      <p:pic>
        <p:nvPicPr>
          <p:cNvPr id="29" name="图片 28"/>
          <p:cNvPicPr>
            <a:picLocks noChangeAspect="1"/>
          </p:cNvPicPr>
          <p:nvPr>
            <p:custDataLst>
              <p:tags r:id="rId2"/>
            </p:custDataLst>
          </p:nvPr>
        </p:nvPicPr>
        <p:blipFill rotWithShape="1">
          <a:blip r:embed="rId3"/>
          <a:srcRect l="-472" r="339" b="33559"/>
          <a:stretch>
            <a:fillRect/>
          </a:stretch>
        </p:blipFill>
        <p:spPr>
          <a:xfrm>
            <a:off x="26035" y="1433830"/>
            <a:ext cx="4622800" cy="1870710"/>
          </a:xfrm>
          <a:custGeom>
            <a:avLst/>
            <a:gdLst/>
            <a:ahLst/>
            <a:cxnLst>
              <a:cxn ang="3">
                <a:pos x="hc" y="t"/>
              </a:cxn>
              <a:cxn ang="cd2">
                <a:pos x="l" y="vc"/>
              </a:cxn>
              <a:cxn ang="cd4">
                <a:pos x="hc" y="b"/>
              </a:cxn>
              <a:cxn ang="0">
                <a:pos x="r" y="vc"/>
              </a:cxn>
            </a:cxnLst>
            <a:rect l="l" t="t" r="r" b="b"/>
            <a:pathLst>
              <a:path w="6960" h="6240">
                <a:moveTo>
                  <a:pt x="0" y="0"/>
                </a:moveTo>
                <a:lnTo>
                  <a:pt x="6960" y="0"/>
                </a:lnTo>
                <a:lnTo>
                  <a:pt x="6960" y="6240"/>
                </a:lnTo>
                <a:lnTo>
                  <a:pt x="0" y="6240"/>
                </a:lnTo>
                <a:lnTo>
                  <a:pt x="0" y="0"/>
                </a:lnTo>
                <a:close/>
              </a:path>
            </a:pathLst>
          </a:custGeom>
        </p:spPr>
      </p:pic>
      <p:sp>
        <p:nvSpPr>
          <p:cNvPr id="30" name="Title 6"/>
          <p:cNvSpPr txBox="1"/>
          <p:nvPr>
            <p:custDataLst>
              <p:tags r:id="rId4"/>
            </p:custDataLst>
          </p:nvPr>
        </p:nvSpPr>
        <p:spPr>
          <a:xfrm>
            <a:off x="4714877" y="457114"/>
            <a:ext cx="3971953" cy="4229271"/>
          </a:xfrm>
          <a:prstGeom prst="rect">
            <a:avLst/>
          </a:prstGeom>
          <a:noFill/>
          <a:ln w="3175">
            <a:noFill/>
            <a:prstDash val="dash"/>
          </a:ln>
        </p:spPr>
        <p:txBody>
          <a:bodyPr wrap="square" lIns="47625" tIns="19050" rIns="47625" bIns="19050" anchor="ctr" anchorCtr="0">
            <a:no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lvl="0" indent="0" algn="l" fontAlgn="ctr">
              <a:lnSpc>
                <a:spcPct val="120000"/>
              </a:lnSpc>
              <a:spcBef>
                <a:spcPts val="0"/>
              </a:spcBef>
              <a:spcAft>
                <a:spcPts val="800"/>
              </a:spcAft>
              <a:buSzPct val="100000"/>
              <a:buFont typeface="Wingdings" panose="05000000000000000000" charset="0"/>
            </a:pPr>
            <a:endParaRPr lang="en-US" altLang="zh-CN" sz="1200" spc="40">
              <a:ln w="3175">
                <a:noFill/>
                <a:prstDash val="dash"/>
              </a:ln>
              <a:solidFill>
                <a:schemeClr val="dk1">
                  <a:lumMod val="75000"/>
                  <a:lumOff val="25000"/>
                </a:schemeClr>
              </a:solidFill>
              <a:uFillTx/>
              <a:latin typeface="微软雅黑" charset="-122"/>
              <a:ea typeface="微软雅黑" charset="-122"/>
              <a:cs typeface="微软雅黑" charset="-122"/>
              <a:sym typeface="+mn-ea"/>
            </a:endParaRPr>
          </a:p>
          <a:p>
            <a:pPr marL="254000" lvl="0" indent="-254000" algn="l" fontAlgn="ctr">
              <a:lnSpc>
                <a:spcPct val="120000"/>
              </a:lnSpc>
              <a:spcBef>
                <a:spcPts val="0"/>
              </a:spcBef>
              <a:spcAft>
                <a:spcPts val="800"/>
              </a:spcAft>
              <a:buSzPct val="100000"/>
              <a:buFont typeface="Wingdings" panose="05000000000000000000" charset="0"/>
              <a:buChar char="l"/>
            </a:pPr>
            <a:r>
              <a:rPr lang="zh-CN" altLang="en-US" sz="1200" spc="40">
                <a:ln w="3175">
                  <a:noFill/>
                  <a:prstDash val="dash"/>
                </a:ln>
                <a:solidFill>
                  <a:schemeClr val="dk1">
                    <a:lumMod val="75000"/>
                    <a:lumOff val="25000"/>
                  </a:schemeClr>
                </a:solidFill>
                <a:uFillTx/>
                <a:latin typeface="微软雅黑" charset="-122"/>
                <a:ea typeface="微软雅黑" charset="-122"/>
                <a:cs typeface="微软雅黑" charset="-122"/>
                <a:sym typeface="+mn-ea"/>
              </a:rPr>
              <a:t>性能（</a:t>
            </a:r>
            <a:r>
              <a:rPr lang="zh-CN" altLang="en-US" sz="1200" spc="40">
                <a:ln w="3175">
                  <a:noFill/>
                  <a:prstDash val="dash"/>
                </a:ln>
                <a:solidFill>
                  <a:schemeClr val="dk1">
                    <a:lumMod val="75000"/>
                    <a:lumOff val="25000"/>
                  </a:schemeClr>
                </a:solidFill>
                <a:uFillTx/>
                <a:latin typeface="微软雅黑" charset="-122"/>
                <a:ea typeface="微软雅黑" charset="-122"/>
                <a:cs typeface="微软雅黑" charset="-122"/>
                <a:sym typeface="+mn-ea"/>
              </a:rPr>
              <a:t>准确性</a:t>
            </a:r>
            <a:r>
              <a:rPr lang="zh-CN" altLang="en-US" sz="1200" spc="40">
                <a:ln w="3175">
                  <a:noFill/>
                  <a:prstDash val="dash"/>
                </a:ln>
                <a:solidFill>
                  <a:schemeClr val="dk1">
                    <a:lumMod val="75000"/>
                    <a:lumOff val="25000"/>
                  </a:schemeClr>
                </a:solidFill>
                <a:uFillTx/>
                <a:latin typeface="微软雅黑" charset="-122"/>
                <a:ea typeface="微软雅黑" charset="-122"/>
                <a:cs typeface="微软雅黑" charset="-122"/>
                <a:sym typeface="+mn-ea"/>
              </a:rPr>
              <a:t>）</a:t>
            </a:r>
            <a:r>
              <a:rPr lang="en-US" altLang="zh-CN" sz="1200" spc="40">
                <a:ln w="3175">
                  <a:noFill/>
                  <a:prstDash val="dash"/>
                </a:ln>
                <a:solidFill>
                  <a:schemeClr val="dk1">
                    <a:lumMod val="75000"/>
                    <a:lumOff val="25000"/>
                  </a:schemeClr>
                </a:solidFill>
                <a:uFillTx/>
                <a:latin typeface="微软雅黑" charset="-122"/>
                <a:ea typeface="微软雅黑" charset="-122"/>
                <a:cs typeface="微软雅黑" charset="-122"/>
                <a:sym typeface="+mn-ea"/>
              </a:rPr>
              <a:t>比较分析：</a:t>
            </a:r>
            <a:endParaRPr lang="en-US" altLang="zh-CN" sz="1200" spc="40">
              <a:ln w="3175">
                <a:noFill/>
                <a:prstDash val="dash"/>
              </a:ln>
              <a:solidFill>
                <a:schemeClr val="dk1">
                  <a:lumMod val="75000"/>
                  <a:lumOff val="25000"/>
                </a:schemeClr>
              </a:solidFill>
              <a:uFillTx/>
              <a:latin typeface="微软雅黑" charset="-122"/>
              <a:ea typeface="微软雅黑" charset="-122"/>
              <a:cs typeface="微软雅黑" charset="-122"/>
              <a:sym typeface="+mn-ea"/>
            </a:endParaRPr>
          </a:p>
          <a:p>
            <a:pPr marL="711200" lvl="1" indent="-254000" algn="l" fontAlgn="ctr">
              <a:lnSpc>
                <a:spcPct val="120000"/>
              </a:lnSpc>
              <a:spcBef>
                <a:spcPts val="0"/>
              </a:spcBef>
              <a:spcAft>
                <a:spcPts val="800"/>
              </a:spcAft>
              <a:buSzPct val="100000"/>
              <a:buFont typeface="Wingdings" panose="05000000000000000000" charset="0"/>
              <a:buChar char="l"/>
            </a:pPr>
            <a:r>
              <a:rPr lang="zh-CN" altLang="en-US" sz="1200" spc="40">
                <a:ln w="3175">
                  <a:noFill/>
                  <a:prstDash val="dash"/>
                </a:ln>
                <a:solidFill>
                  <a:schemeClr val="dk1">
                    <a:lumMod val="75000"/>
                    <a:lumOff val="25000"/>
                  </a:schemeClr>
                </a:solidFill>
                <a:uFillTx/>
                <a:latin typeface="微软雅黑" charset="-122"/>
                <a:ea typeface="微软雅黑" charset="-122"/>
                <a:cs typeface="微软雅黑" charset="-122"/>
                <a:sym typeface="+mn-ea"/>
              </a:rPr>
              <a:t>以</a:t>
            </a:r>
            <a:r>
              <a:rPr lang="en-US" altLang="zh-CN" sz="1200" spc="40">
                <a:ln w="3175">
                  <a:noFill/>
                  <a:prstDash val="dash"/>
                </a:ln>
                <a:solidFill>
                  <a:schemeClr val="dk1">
                    <a:lumMod val="75000"/>
                    <a:lumOff val="25000"/>
                  </a:schemeClr>
                </a:solidFill>
                <a:uFillTx/>
                <a:latin typeface="微软雅黑" charset="-122"/>
                <a:ea typeface="微软雅黑" charset="-122"/>
                <a:cs typeface="微软雅黑" charset="-122"/>
                <a:sym typeface="+mn-ea"/>
              </a:rPr>
              <a:t>1000个代理的真实分布作为参考基准。评估了包含300个核心用户的混合模型与不同数量普通用户的性能。</a:t>
            </a:r>
            <a:endParaRPr lang="en-US" altLang="zh-CN" sz="1200" spc="40">
              <a:ln w="3175">
                <a:noFill/>
                <a:prstDash val="dash"/>
              </a:ln>
              <a:solidFill>
                <a:schemeClr val="dk1">
                  <a:lumMod val="75000"/>
                  <a:lumOff val="25000"/>
                </a:schemeClr>
              </a:solidFill>
              <a:uFillTx/>
              <a:latin typeface="微软雅黑" charset="-122"/>
              <a:ea typeface="微软雅黑" charset="-122"/>
              <a:cs typeface="微软雅黑" charset="-122"/>
              <a:sym typeface="+mn-ea"/>
            </a:endParaRPr>
          </a:p>
          <a:p>
            <a:pPr marL="254000" lvl="0" indent="-254000" algn="l" fontAlgn="ctr">
              <a:lnSpc>
                <a:spcPct val="120000"/>
              </a:lnSpc>
              <a:spcBef>
                <a:spcPts val="0"/>
              </a:spcBef>
              <a:spcAft>
                <a:spcPts val="800"/>
              </a:spcAft>
              <a:buSzPct val="100000"/>
              <a:buFont typeface="Wingdings" panose="05000000000000000000" charset="0"/>
              <a:buChar char="l"/>
            </a:pPr>
            <a:r>
              <a:rPr lang="en-US" altLang="zh-CN" sz="1200" spc="40">
                <a:ln w="3175">
                  <a:noFill/>
                  <a:prstDash val="dash"/>
                </a:ln>
                <a:solidFill>
                  <a:schemeClr val="dk1">
                    <a:lumMod val="75000"/>
                    <a:lumOff val="25000"/>
                  </a:schemeClr>
                </a:solidFill>
                <a:uFillTx/>
                <a:latin typeface="微软雅黑" charset="-122"/>
                <a:ea typeface="微软雅黑" charset="-122"/>
                <a:cs typeface="微软雅黑" charset="-122"/>
                <a:sym typeface="+mn-ea"/>
              </a:rPr>
              <a:t>性能变化：</a:t>
            </a:r>
            <a:endParaRPr lang="en-US" altLang="zh-CN" sz="1200" spc="40">
              <a:ln w="3175">
                <a:noFill/>
                <a:prstDash val="dash"/>
              </a:ln>
              <a:solidFill>
                <a:schemeClr val="dk1">
                  <a:lumMod val="75000"/>
                  <a:lumOff val="25000"/>
                </a:schemeClr>
              </a:solidFill>
              <a:uFillTx/>
              <a:latin typeface="微软雅黑" charset="-122"/>
              <a:ea typeface="微软雅黑" charset="-122"/>
              <a:cs typeface="微软雅黑" charset="-122"/>
              <a:sym typeface="+mn-ea"/>
            </a:endParaRPr>
          </a:p>
          <a:p>
            <a:pPr marL="711200" lvl="1" indent="-254000" algn="l" fontAlgn="ctr">
              <a:lnSpc>
                <a:spcPct val="120000"/>
              </a:lnSpc>
              <a:spcBef>
                <a:spcPts val="0"/>
              </a:spcBef>
              <a:spcAft>
                <a:spcPts val="800"/>
              </a:spcAft>
              <a:buSzPct val="100000"/>
              <a:buFont typeface="Wingdings" panose="05000000000000000000" charset="0"/>
              <a:buChar char="l"/>
            </a:pPr>
            <a:r>
              <a:rPr lang="en-US" altLang="zh-CN" sz="1200" spc="40">
                <a:ln w="3175">
                  <a:noFill/>
                  <a:prstDash val="dash"/>
                </a:ln>
                <a:solidFill>
                  <a:schemeClr val="dk1">
                    <a:lumMod val="75000"/>
                    <a:lumOff val="25000"/>
                  </a:schemeClr>
                </a:solidFill>
                <a:uFillTx/>
                <a:latin typeface="微软雅黑" charset="-122"/>
                <a:ea typeface="微软雅黑" charset="-122"/>
                <a:cs typeface="微软雅黑" charset="-122"/>
                <a:sym typeface="+mn-ea"/>
              </a:rPr>
              <a:t>除了偏差（Bias）之外，其他所有指标随着普通用户比例的增加都表现出轻微下降。</a:t>
            </a:r>
            <a:endParaRPr lang="en-US" altLang="zh-CN" sz="1200" spc="40">
              <a:ln w="3175">
                <a:noFill/>
                <a:prstDash val="dash"/>
              </a:ln>
              <a:solidFill>
                <a:schemeClr val="dk1">
                  <a:lumMod val="75000"/>
                  <a:lumOff val="25000"/>
                </a:schemeClr>
              </a:solidFill>
              <a:uFillTx/>
              <a:latin typeface="微软雅黑" charset="-122"/>
              <a:ea typeface="微软雅黑" charset="-122"/>
              <a:cs typeface="微软雅黑" charset="-122"/>
              <a:sym typeface="+mn-ea"/>
            </a:endParaRPr>
          </a:p>
          <a:p>
            <a:pPr marL="254000" lvl="0" indent="-254000" algn="l" fontAlgn="ctr">
              <a:lnSpc>
                <a:spcPct val="120000"/>
              </a:lnSpc>
              <a:spcBef>
                <a:spcPts val="0"/>
              </a:spcBef>
              <a:spcAft>
                <a:spcPts val="800"/>
              </a:spcAft>
              <a:buSzPct val="100000"/>
              <a:buFont typeface="Wingdings" panose="05000000000000000000" charset="0"/>
              <a:buChar char="l"/>
            </a:pPr>
            <a:r>
              <a:rPr lang="zh-CN" altLang="en-US" sz="1200" spc="40">
                <a:ln w="3175">
                  <a:noFill/>
                  <a:prstDash val="dash"/>
                </a:ln>
                <a:solidFill>
                  <a:schemeClr val="dk1">
                    <a:lumMod val="75000"/>
                    <a:lumOff val="25000"/>
                  </a:schemeClr>
                </a:solidFill>
                <a:uFillTx/>
                <a:latin typeface="微软雅黑" charset="-122"/>
                <a:ea typeface="微软雅黑" charset="-122"/>
                <a:cs typeface="微软雅黑" charset="-122"/>
                <a:sym typeface="+mn-ea"/>
              </a:rPr>
              <a:t>运行</a:t>
            </a:r>
            <a:r>
              <a:rPr lang="en-US" altLang="zh-CN" sz="1200" spc="40">
                <a:ln w="3175">
                  <a:noFill/>
                  <a:prstDash val="dash"/>
                </a:ln>
                <a:solidFill>
                  <a:schemeClr val="dk1">
                    <a:lumMod val="75000"/>
                    <a:lumOff val="25000"/>
                  </a:schemeClr>
                </a:solidFill>
                <a:uFillTx/>
                <a:latin typeface="微软雅黑" charset="-122"/>
                <a:ea typeface="微软雅黑" charset="-122"/>
                <a:cs typeface="微软雅黑" charset="-122"/>
                <a:sym typeface="+mn-ea"/>
              </a:rPr>
              <a:t>时间</a:t>
            </a:r>
            <a:r>
              <a:rPr lang="zh-CN" altLang="en-US" sz="1200" spc="40">
                <a:ln w="3175">
                  <a:noFill/>
                  <a:prstDash val="dash"/>
                </a:ln>
                <a:solidFill>
                  <a:schemeClr val="dk1">
                    <a:lumMod val="75000"/>
                    <a:lumOff val="25000"/>
                  </a:schemeClr>
                </a:solidFill>
                <a:uFillTx/>
                <a:latin typeface="微软雅黑" charset="-122"/>
                <a:ea typeface="微软雅黑" charset="-122"/>
                <a:cs typeface="微软雅黑" charset="-122"/>
                <a:sym typeface="+mn-ea"/>
              </a:rPr>
              <a:t>比较分析</a:t>
            </a:r>
            <a:r>
              <a:rPr lang="en-US" altLang="zh-CN" sz="1200" spc="40">
                <a:ln w="3175">
                  <a:noFill/>
                  <a:prstDash val="dash"/>
                </a:ln>
                <a:solidFill>
                  <a:schemeClr val="dk1">
                    <a:lumMod val="75000"/>
                    <a:lumOff val="25000"/>
                  </a:schemeClr>
                </a:solidFill>
                <a:uFillTx/>
                <a:latin typeface="微软雅黑" charset="-122"/>
                <a:ea typeface="微软雅黑" charset="-122"/>
                <a:cs typeface="微软雅黑" charset="-122"/>
                <a:sym typeface="+mn-ea"/>
              </a:rPr>
              <a:t>：</a:t>
            </a:r>
            <a:endParaRPr lang="en-US" altLang="zh-CN" sz="1200" spc="40">
              <a:ln w="3175">
                <a:noFill/>
                <a:prstDash val="dash"/>
              </a:ln>
              <a:solidFill>
                <a:schemeClr val="dk1">
                  <a:lumMod val="75000"/>
                  <a:lumOff val="25000"/>
                </a:schemeClr>
              </a:solidFill>
              <a:uFillTx/>
              <a:latin typeface="微软雅黑" charset="-122"/>
              <a:ea typeface="微软雅黑" charset="-122"/>
              <a:cs typeface="微软雅黑" charset="-122"/>
              <a:sym typeface="+mn-ea"/>
            </a:endParaRPr>
          </a:p>
          <a:p>
            <a:pPr marL="711200" lvl="1" indent="-254000" algn="l" fontAlgn="ctr">
              <a:lnSpc>
                <a:spcPct val="120000"/>
              </a:lnSpc>
              <a:spcBef>
                <a:spcPts val="0"/>
              </a:spcBef>
              <a:spcAft>
                <a:spcPts val="800"/>
              </a:spcAft>
              <a:buSzPct val="100000"/>
              <a:buFont typeface="Wingdings" panose="05000000000000000000" charset="0"/>
              <a:buChar char="l"/>
            </a:pPr>
            <a:r>
              <a:rPr lang="en-US" altLang="zh-CN" sz="1200" spc="40">
                <a:ln w="3175">
                  <a:noFill/>
                  <a:prstDash val="dash"/>
                </a:ln>
                <a:solidFill>
                  <a:schemeClr val="dk1">
                    <a:lumMod val="75000"/>
                    <a:lumOff val="25000"/>
                  </a:schemeClr>
                </a:solidFill>
                <a:uFillTx/>
                <a:latin typeface="微软雅黑" charset="-122"/>
                <a:ea typeface="微软雅黑" charset="-122"/>
                <a:cs typeface="微软雅黑" charset="-122"/>
                <a:sym typeface="+mn-ea"/>
              </a:rPr>
              <a:t>相对于1000个代理的主要实验时间，不同代理数量下的模拟时间比率</a:t>
            </a:r>
            <a:r>
              <a:rPr lang="zh-CN" altLang="en-US" sz="1200" spc="40">
                <a:ln w="3175">
                  <a:noFill/>
                  <a:prstDash val="dash"/>
                </a:ln>
                <a:solidFill>
                  <a:schemeClr val="dk1">
                    <a:lumMod val="75000"/>
                    <a:lumOff val="25000"/>
                  </a:schemeClr>
                </a:solidFill>
                <a:uFillTx/>
                <a:latin typeface="微软雅黑" charset="-122"/>
                <a:ea typeface="微软雅黑" charset="-122"/>
                <a:cs typeface="微软雅黑" charset="-122"/>
                <a:sym typeface="+mn-ea"/>
              </a:rPr>
              <a:t>，</a:t>
            </a:r>
            <a:r>
              <a:rPr lang="en-US" altLang="zh-CN" sz="1200" spc="40">
                <a:ln w="3175">
                  <a:noFill/>
                  <a:prstDash val="dash"/>
                </a:ln>
                <a:solidFill>
                  <a:schemeClr val="dk1">
                    <a:lumMod val="75000"/>
                    <a:lumOff val="25000"/>
                  </a:schemeClr>
                </a:solidFill>
                <a:uFillTx/>
                <a:latin typeface="微软雅黑" charset="-122"/>
                <a:ea typeface="微软雅黑" charset="-122"/>
                <a:cs typeface="微软雅黑" charset="-122"/>
                <a:sym typeface="+mn-ea"/>
              </a:rPr>
              <a:t>在这个实验中，核心用户数量固定在300。</a:t>
            </a:r>
            <a:endParaRPr lang="en-US" altLang="zh-CN" sz="1200" spc="40">
              <a:ln w="3175">
                <a:noFill/>
                <a:prstDash val="dash"/>
              </a:ln>
              <a:solidFill>
                <a:schemeClr val="dk1">
                  <a:lumMod val="75000"/>
                  <a:lumOff val="25000"/>
                </a:schemeClr>
              </a:solidFill>
              <a:uFillTx/>
              <a:latin typeface="微软雅黑" charset="-122"/>
              <a:ea typeface="微软雅黑" charset="-122"/>
              <a:cs typeface="微软雅黑" charset="-122"/>
              <a:sym typeface="+mn-ea"/>
            </a:endParaRPr>
          </a:p>
          <a:p>
            <a:pPr marL="254000" lvl="0" indent="-254000" algn="l" fontAlgn="ctr">
              <a:lnSpc>
                <a:spcPct val="120000"/>
              </a:lnSpc>
              <a:spcBef>
                <a:spcPts val="0"/>
              </a:spcBef>
              <a:spcAft>
                <a:spcPts val="800"/>
              </a:spcAft>
              <a:buSzPct val="100000"/>
              <a:buFont typeface="Wingdings" panose="05000000000000000000" charset="0"/>
              <a:buChar char="l"/>
            </a:pPr>
            <a:r>
              <a:rPr lang="en-US" altLang="zh-CN" sz="1200" spc="40">
                <a:ln w="3175">
                  <a:noFill/>
                  <a:prstDash val="dash"/>
                </a:ln>
                <a:solidFill>
                  <a:schemeClr val="dk1">
                    <a:lumMod val="75000"/>
                    <a:lumOff val="25000"/>
                  </a:schemeClr>
                </a:solidFill>
                <a:uFillTx/>
                <a:latin typeface="微软雅黑" charset="-122"/>
                <a:ea typeface="微软雅黑" charset="-122"/>
                <a:cs typeface="微软雅黑" charset="-122"/>
                <a:sym typeface="+mn-ea"/>
              </a:rPr>
              <a:t>运行时间的决定因素：</a:t>
            </a:r>
            <a:endParaRPr lang="en-US" altLang="zh-CN" sz="1200" spc="40">
              <a:ln w="3175">
                <a:noFill/>
                <a:prstDash val="dash"/>
              </a:ln>
              <a:solidFill>
                <a:schemeClr val="dk1">
                  <a:lumMod val="75000"/>
                  <a:lumOff val="25000"/>
                </a:schemeClr>
              </a:solidFill>
              <a:uFillTx/>
              <a:latin typeface="微软雅黑" charset="-122"/>
              <a:ea typeface="微软雅黑" charset="-122"/>
              <a:cs typeface="微软雅黑" charset="-122"/>
              <a:sym typeface="+mn-ea"/>
            </a:endParaRPr>
          </a:p>
          <a:p>
            <a:pPr marL="711200" lvl="1" indent="-254000" algn="l" fontAlgn="ctr">
              <a:lnSpc>
                <a:spcPct val="120000"/>
              </a:lnSpc>
              <a:spcBef>
                <a:spcPts val="0"/>
              </a:spcBef>
              <a:spcAft>
                <a:spcPts val="800"/>
              </a:spcAft>
              <a:buSzPct val="100000"/>
              <a:buFont typeface="Wingdings" panose="05000000000000000000" charset="0"/>
              <a:buChar char="l"/>
            </a:pPr>
            <a:r>
              <a:rPr lang="en-US" altLang="zh-CN" sz="1200" spc="40">
                <a:ln w="3175">
                  <a:noFill/>
                  <a:prstDash val="dash"/>
                </a:ln>
                <a:solidFill>
                  <a:schemeClr val="dk1">
                    <a:lumMod val="75000"/>
                    <a:lumOff val="25000"/>
                  </a:schemeClr>
                </a:solidFill>
                <a:uFillTx/>
                <a:latin typeface="微软雅黑" charset="-122"/>
                <a:ea typeface="微软雅黑" charset="-122"/>
                <a:cs typeface="微软雅黑" charset="-122"/>
                <a:sym typeface="+mn-ea"/>
              </a:rPr>
              <a:t>运行时间主要取决于LLM API密钥调用所需的时间。</a:t>
            </a:r>
            <a:endParaRPr lang="en-US" altLang="zh-CN" sz="1200" spc="40">
              <a:ln w="3175">
                <a:noFill/>
                <a:prstDash val="dash"/>
              </a:ln>
              <a:solidFill>
                <a:schemeClr val="dk1">
                  <a:lumMod val="75000"/>
                  <a:lumOff val="25000"/>
                </a:schemeClr>
              </a:solidFill>
              <a:uFillTx/>
              <a:latin typeface="微软雅黑" charset="-122"/>
              <a:ea typeface="微软雅黑" charset="-122"/>
              <a:cs typeface="微软雅黑" charset="-122"/>
              <a:sym typeface="+mn-ea"/>
            </a:endParaRPr>
          </a:p>
          <a:p>
            <a:pPr marL="711200" lvl="1" indent="-254000" algn="l" fontAlgn="ctr">
              <a:lnSpc>
                <a:spcPct val="120000"/>
              </a:lnSpc>
              <a:spcBef>
                <a:spcPts val="0"/>
              </a:spcBef>
              <a:spcAft>
                <a:spcPts val="800"/>
              </a:spcAft>
              <a:buSzPct val="100000"/>
              <a:buFont typeface="Wingdings" panose="05000000000000000000" charset="0"/>
              <a:buChar char="l"/>
            </a:pPr>
            <a:r>
              <a:rPr lang="en-US" altLang="zh-CN" sz="1200" spc="40">
                <a:ln w="3175">
                  <a:noFill/>
                  <a:prstDash val="dash"/>
                </a:ln>
                <a:solidFill>
                  <a:schemeClr val="dk1">
                    <a:lumMod val="75000"/>
                    <a:lumOff val="25000"/>
                  </a:schemeClr>
                </a:solidFill>
                <a:uFillTx/>
                <a:latin typeface="微软雅黑" charset="-122"/>
                <a:ea typeface="微软雅黑" charset="-122"/>
                <a:cs typeface="微软雅黑" charset="-122"/>
                <a:sym typeface="+mn-ea"/>
              </a:rPr>
              <a:t>增加普通用户的数量几乎不会增加额外的负担。</a:t>
            </a:r>
            <a:endParaRPr lang="en-US" altLang="zh-CN" sz="1200" spc="40">
              <a:ln w="3175">
                <a:noFill/>
                <a:prstDash val="dash"/>
              </a:ln>
              <a:solidFill>
                <a:schemeClr val="dk1">
                  <a:lumMod val="75000"/>
                  <a:lumOff val="25000"/>
                </a:schemeClr>
              </a:solidFill>
              <a:uFillTx/>
              <a:latin typeface="微软雅黑" charset="-122"/>
              <a:ea typeface="微软雅黑" charset="-122"/>
              <a:cs typeface="微软雅黑" charset="-122"/>
              <a:sym typeface="+mn-ea"/>
            </a:endParaRPr>
          </a:p>
          <a:p>
            <a:pPr marL="711200" lvl="1" indent="-254000" algn="l" fontAlgn="ctr">
              <a:lnSpc>
                <a:spcPct val="120000"/>
              </a:lnSpc>
              <a:spcBef>
                <a:spcPts val="0"/>
              </a:spcBef>
              <a:spcAft>
                <a:spcPts val="800"/>
              </a:spcAft>
              <a:buSzPct val="100000"/>
              <a:buFont typeface="Wingdings" panose="05000000000000000000" charset="0"/>
              <a:buChar char="l"/>
            </a:pPr>
            <a:r>
              <a:rPr lang="en-US" altLang="zh-CN" sz="1200" spc="40">
                <a:ln w="3175">
                  <a:noFill/>
                  <a:prstDash val="dash"/>
                </a:ln>
                <a:solidFill>
                  <a:schemeClr val="dk1">
                    <a:lumMod val="75000"/>
                    <a:lumOff val="25000"/>
                  </a:schemeClr>
                </a:solidFill>
                <a:uFillTx/>
                <a:latin typeface="微软雅黑" charset="-122"/>
                <a:ea typeface="微软雅黑" charset="-122"/>
                <a:cs typeface="微软雅黑" charset="-122"/>
                <a:sym typeface="+mn-ea"/>
              </a:rPr>
              <a:t>这一观察强调了该方法的可扩展性。</a:t>
            </a:r>
            <a:endParaRPr lang="en-US" altLang="zh-CN" sz="1200" spc="40">
              <a:ln w="3175">
                <a:noFill/>
                <a:prstDash val="dash"/>
              </a:ln>
              <a:solidFill>
                <a:schemeClr val="dk1">
                  <a:lumMod val="75000"/>
                  <a:lumOff val="25000"/>
                </a:schemeClr>
              </a:solidFill>
              <a:uFillTx/>
              <a:latin typeface="微软雅黑" charset="-122"/>
              <a:ea typeface="微软雅黑" charset="-122"/>
              <a:cs typeface="微软雅黑" charset="-122"/>
              <a:sym typeface="+mn-ea"/>
            </a:endParaRPr>
          </a:p>
        </p:txBody>
      </p:sp>
      <p:sp>
        <p:nvSpPr>
          <p:cNvPr id="2" name="文本框 1"/>
          <p:cNvSpPr txBox="1"/>
          <p:nvPr/>
        </p:nvSpPr>
        <p:spPr>
          <a:xfrm>
            <a:off x="290830" y="3479800"/>
            <a:ext cx="4248150" cy="645160"/>
          </a:xfrm>
          <a:prstGeom prst="rect">
            <a:avLst/>
          </a:prstGeom>
          <a:noFill/>
        </p:spPr>
        <p:txBody>
          <a:bodyPr wrap="square" rtlCol="0">
            <a:spAutoFit/>
          </a:bodyPr>
          <a:p>
            <a:pPr indent="0">
              <a:buFont typeface="Arial" panose="020B0604020202090204" pitchFamily="34" charset="0"/>
              <a:buNone/>
            </a:pPr>
            <a:r>
              <a:rPr lang="en-US" altLang="zh-CN" spc="40">
                <a:ln w="3175">
                  <a:noFill/>
                  <a:prstDash val="dash"/>
                </a:ln>
                <a:solidFill>
                  <a:schemeClr val="dk1">
                    <a:lumMod val="75000"/>
                    <a:lumOff val="25000"/>
                  </a:schemeClr>
                </a:solidFill>
                <a:uFillTx/>
                <a:latin typeface="微软雅黑" charset="-122"/>
                <a:ea typeface="微软雅黑" charset="-122"/>
                <a:cs typeface="微软雅黑" charset="-122"/>
                <a:sym typeface="+mn-ea"/>
              </a:rPr>
              <a:t>展示了在不同代理数量下，Metoo实验中观察到的性能和运行时间变化</a:t>
            </a:r>
            <a:endParaRPr lang="en-US" altLang="zh-CN">
              <a:latin typeface="微软雅黑" charset="0"/>
              <a:ea typeface="微软雅黑" charset="0"/>
              <a:sym typeface="+mn-ea"/>
            </a:endParaRPr>
          </a:p>
        </p:txBody>
      </p:sp>
    </p:spTree>
    <p:custDataLst>
      <p:tags r:id="rId5"/>
    </p:custData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 name="矩形 7"/>
          <p:cNvSpPr/>
          <p:nvPr userDrawn="1">
            <p:custDataLst>
              <p:tags r:id="rId1"/>
            </p:custDataLst>
          </p:nvPr>
        </p:nvSpPr>
        <p:spPr>
          <a:xfrm>
            <a:off x="0" y="0"/>
            <a:ext cx="4343400" cy="5143500"/>
          </a:xfrm>
          <a:prstGeom prst="rect">
            <a:avLst/>
          </a:prstGeom>
          <a:solidFill>
            <a:schemeClr val="dk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lvl="0" algn="ctr"/>
            <a:endParaRPr lang="en-US" altLang="zh-CN" sz="1350" dirty="0">
              <a:solidFill>
                <a:schemeClr val="lt1"/>
              </a:solidFill>
              <a:latin typeface="微软雅黑" charset="-122"/>
              <a:ea typeface="微软雅黑" charset="-122"/>
              <a:sym typeface="+mn-ea"/>
            </a:endParaRPr>
          </a:p>
        </p:txBody>
      </p:sp>
      <p:sp>
        <p:nvSpPr>
          <p:cNvPr id="7" name="文本框 6"/>
          <p:cNvSpPr txBox="1"/>
          <p:nvPr>
            <p:custDataLst>
              <p:tags r:id="rId2"/>
            </p:custDataLst>
          </p:nvPr>
        </p:nvSpPr>
        <p:spPr>
          <a:xfrm>
            <a:off x="457204" y="571485"/>
            <a:ext cx="3429019" cy="576368"/>
          </a:xfrm>
          <a:prstGeom prst="rect">
            <a:avLst/>
          </a:prstGeom>
          <a:noFill/>
        </p:spPr>
        <p:txBody>
          <a:bodyPr wrap="square" lIns="47625" tIns="19050" rIns="47625" bIns="19050" rtlCol="0" anchor="b" anchorCtr="0">
            <a:normAutofit/>
          </a:bodyPr>
          <a:p>
            <a:pPr marL="0" indent="0" algn="l">
              <a:lnSpc>
                <a:spcPct val="110000"/>
              </a:lnSpc>
              <a:spcBef>
                <a:spcPts val="0"/>
              </a:spcBef>
              <a:spcAft>
                <a:spcPts val="0"/>
              </a:spcAft>
              <a:buSzPct val="100000"/>
              <a:buNone/>
            </a:pPr>
            <a:r>
              <a:rPr lang="zh-CN" altLang="en-US" sz="3200" b="1" spc="160">
                <a:solidFill>
                  <a:schemeClr val="lt1"/>
                </a:solidFill>
                <a:uFillTx/>
                <a:latin typeface="微软雅黑" charset="-122"/>
                <a:ea typeface="微软雅黑" charset="-122"/>
                <a:sym typeface="+mn-ea"/>
              </a:rPr>
              <a:t>回音室效应</a:t>
            </a:r>
            <a:endParaRPr lang="zh-CN" altLang="en-US" sz="3200" b="1" spc="160">
              <a:solidFill>
                <a:schemeClr val="lt1"/>
              </a:solidFill>
              <a:uFillTx/>
              <a:latin typeface="微软雅黑" charset="-122"/>
              <a:ea typeface="微软雅黑" charset="-122"/>
              <a:sym typeface="+mn-ea"/>
            </a:endParaRPr>
          </a:p>
        </p:txBody>
      </p:sp>
      <p:sp>
        <p:nvSpPr>
          <p:cNvPr id="11" name="Title 6"/>
          <p:cNvSpPr txBox="1"/>
          <p:nvPr>
            <p:custDataLst>
              <p:tags r:id="rId3"/>
            </p:custDataLst>
          </p:nvPr>
        </p:nvSpPr>
        <p:spPr>
          <a:xfrm>
            <a:off x="457204" y="1376454"/>
            <a:ext cx="3429019" cy="3195561"/>
          </a:xfrm>
          <a:prstGeom prst="rect">
            <a:avLst/>
          </a:prstGeom>
          <a:noFill/>
          <a:ln w="3175">
            <a:noFill/>
            <a:prstDash val="dash"/>
          </a:ln>
        </p:spPr>
        <p:txBody>
          <a:bodyPr wrap="square" lIns="47625" tIns="19050" rIns="47625" bIns="19050" anchor="t"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marL="0" lvl="0" indent="0" algn="l" fontAlgn="auto">
              <a:lnSpc>
                <a:spcPct val="120000"/>
              </a:lnSpc>
              <a:spcBef>
                <a:spcPts val="0"/>
              </a:spcBef>
              <a:spcAft>
                <a:spcPts val="800"/>
              </a:spcAft>
              <a:buSzPct val="100000"/>
              <a:buNone/>
            </a:pPr>
            <a:r>
              <a:rPr lang="en-US" altLang="zh-CN" sz="2200" spc="140">
                <a:ln w="3175">
                  <a:noFill/>
                  <a:prstDash val="dash"/>
                </a:ln>
                <a:solidFill>
                  <a:schemeClr val="lt1"/>
                </a:solidFill>
                <a:uFillTx/>
                <a:latin typeface="微软雅黑" charset="-122"/>
                <a:ea typeface="微软雅黑" charset="-122"/>
                <a:cs typeface="微软雅黑" charset="-122"/>
                <a:sym typeface="+mn-ea"/>
              </a:rPr>
              <a:t>The similarity between production and consumption indicates the users’tendency to consume content that is similar to their own</a:t>
            </a:r>
            <a:endParaRPr lang="en-US" altLang="zh-CN" sz="2200" spc="140">
              <a:ln w="3175">
                <a:noFill/>
                <a:prstDash val="dash"/>
              </a:ln>
              <a:solidFill>
                <a:schemeClr val="lt1"/>
              </a:solidFill>
              <a:uFillTx/>
              <a:latin typeface="微软雅黑" charset="-122"/>
              <a:ea typeface="微软雅黑" charset="-122"/>
              <a:cs typeface="微软雅黑" charset="-122"/>
              <a:sym typeface="+mn-ea"/>
            </a:endParaRPr>
          </a:p>
        </p:txBody>
      </p:sp>
      <p:pic>
        <p:nvPicPr>
          <p:cNvPr id="2" name="图片 1"/>
          <p:cNvPicPr>
            <a:picLocks noChangeAspect="1"/>
          </p:cNvPicPr>
          <p:nvPr>
            <p:custDataLst>
              <p:tags r:id="rId4"/>
            </p:custDataLst>
          </p:nvPr>
        </p:nvPicPr>
        <p:blipFill>
          <a:blip r:embed="rId5"/>
          <a:stretch>
            <a:fillRect/>
          </a:stretch>
        </p:blipFill>
        <p:spPr>
          <a:xfrm>
            <a:off x="4785995" y="676275"/>
            <a:ext cx="3980815" cy="3325495"/>
          </a:xfrm>
          <a:prstGeom prst="rect">
            <a:avLst/>
          </a:prstGeom>
        </p:spPr>
      </p:pic>
    </p:spTree>
    <p:custDataLst>
      <p:tags r:id="rId6"/>
    </p:custData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文本框 2"/>
          <p:cNvSpPr txBox="1"/>
          <p:nvPr/>
        </p:nvSpPr>
        <p:spPr>
          <a:xfrm>
            <a:off x="447040" y="901700"/>
            <a:ext cx="8021955" cy="922020"/>
          </a:xfrm>
          <a:prstGeom prst="rect">
            <a:avLst/>
          </a:prstGeom>
          <a:noFill/>
        </p:spPr>
        <p:txBody>
          <a:bodyPr wrap="square" rtlCol="0">
            <a:spAutoFit/>
          </a:bodyPr>
          <a:p>
            <a:pPr marL="285750" indent="-285750">
              <a:buFont typeface="Arial" panose="020B0604020202090204" pitchFamily="34" charset="0"/>
              <a:buChar char="•"/>
            </a:pPr>
            <a:r>
              <a:rPr lang="zh-CN" altLang="en-US">
                <a:latin typeface="微软雅黑" charset="0"/>
                <a:ea typeface="微软雅黑" charset="0"/>
                <a:sym typeface="+mn-ea"/>
              </a:rPr>
              <a:t>S1-Feeding the oppositeopinions;</a:t>
            </a:r>
            <a:endParaRPr lang="zh-CN" altLang="en-US">
              <a:latin typeface="微软雅黑" charset="0"/>
              <a:ea typeface="微软雅黑" charset="0"/>
              <a:sym typeface="+mn-ea"/>
            </a:endParaRPr>
          </a:p>
          <a:p>
            <a:pPr marL="285750" indent="-285750">
              <a:buFont typeface="Arial" panose="020B0604020202090204" pitchFamily="34" charset="0"/>
              <a:buChar char="•"/>
            </a:pPr>
            <a:r>
              <a:rPr lang="zh-CN" altLang="en-US">
                <a:latin typeface="微软雅黑" charset="0"/>
                <a:ea typeface="微软雅黑" charset="0"/>
                <a:sym typeface="+mn-ea"/>
              </a:rPr>
              <a:t>S2-Feeding the neutral opinions;</a:t>
            </a:r>
            <a:endParaRPr lang="zh-CN" altLang="en-US">
              <a:latin typeface="微软雅黑" charset="0"/>
              <a:ea typeface="微软雅黑" charset="0"/>
              <a:sym typeface="+mn-ea"/>
            </a:endParaRPr>
          </a:p>
          <a:p>
            <a:pPr marL="285750" indent="-285750">
              <a:buFont typeface="Arial" panose="020B0604020202090204" pitchFamily="34" charset="0"/>
              <a:buChar char="•"/>
            </a:pPr>
            <a:r>
              <a:rPr lang="zh-CN" altLang="en-US">
                <a:latin typeface="微软雅黑" charset="0"/>
                <a:ea typeface="微软雅黑" charset="0"/>
                <a:sym typeface="+mn-ea"/>
              </a:rPr>
              <a:t>S3-Establishing public spaces for debate or discussion</a:t>
            </a:r>
            <a:endParaRPr lang="zh-CN" altLang="en-US">
              <a:latin typeface="微软雅黑" charset="0"/>
              <a:ea typeface="微软雅黑" charset="0"/>
              <a:sym typeface="+mn-ea"/>
            </a:endParaRPr>
          </a:p>
        </p:txBody>
      </p:sp>
      <p:pic>
        <p:nvPicPr>
          <p:cNvPr id="4" name="图片 3"/>
          <p:cNvPicPr>
            <a:picLocks noChangeAspect="1"/>
          </p:cNvPicPr>
          <p:nvPr>
            <p:custDataLst>
              <p:tags r:id="rId1"/>
            </p:custDataLst>
          </p:nvPr>
        </p:nvPicPr>
        <p:blipFill>
          <a:blip r:embed="rId2"/>
          <a:stretch>
            <a:fillRect/>
          </a:stretch>
        </p:blipFill>
        <p:spPr>
          <a:xfrm>
            <a:off x="1597660" y="1948180"/>
            <a:ext cx="5448300" cy="2616200"/>
          </a:xfrm>
          <a:prstGeom prst="rect">
            <a:avLst/>
          </a:prstGeom>
        </p:spPr>
      </p:pic>
      <p:sp>
        <p:nvSpPr>
          <p:cNvPr id="14" name="矩形 13"/>
          <p:cNvSpPr/>
          <p:nvPr userDrawn="1">
            <p:custDataLst>
              <p:tags r:id="rId3"/>
            </p:custDataLst>
          </p:nvPr>
        </p:nvSpPr>
        <p:spPr>
          <a:xfrm>
            <a:off x="0" y="0"/>
            <a:ext cx="9144000" cy="684086"/>
          </a:xfrm>
          <a:prstGeom prst="rect">
            <a:avLst/>
          </a:prstGeom>
          <a:solidFill>
            <a:schemeClr val="dk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lvl="0" algn="ctr"/>
            <a:endParaRPr lang="en-US" altLang="zh-CN" sz="1350">
              <a:solidFill>
                <a:schemeClr val="lt1"/>
              </a:solidFill>
              <a:latin typeface="微软雅黑" charset="-122"/>
              <a:ea typeface="微软雅黑" charset="-122"/>
              <a:sym typeface="+mn-ea"/>
            </a:endParaRPr>
          </a:p>
        </p:txBody>
      </p:sp>
      <p:sp>
        <p:nvSpPr>
          <p:cNvPr id="15" name="文本框 14"/>
          <p:cNvSpPr txBox="1"/>
          <p:nvPr>
            <p:custDataLst>
              <p:tags r:id="rId4"/>
            </p:custDataLst>
          </p:nvPr>
        </p:nvSpPr>
        <p:spPr>
          <a:xfrm>
            <a:off x="342867" y="113348"/>
            <a:ext cx="8458267" cy="457200"/>
          </a:xfrm>
          <a:prstGeom prst="rect">
            <a:avLst/>
          </a:prstGeom>
          <a:noFill/>
        </p:spPr>
        <p:txBody>
          <a:bodyPr wrap="square" lIns="47625" tIns="19050" rIns="47625" bIns="19050" rtlCol="0" anchor="ctr" anchorCtr="0">
            <a:normAutofit fontScale="90000"/>
          </a:bodyPr>
          <a:p>
            <a:pPr marL="0" indent="0" algn="l">
              <a:lnSpc>
                <a:spcPct val="100000"/>
              </a:lnSpc>
              <a:spcBef>
                <a:spcPts val="0"/>
              </a:spcBef>
              <a:spcAft>
                <a:spcPts val="0"/>
              </a:spcAft>
              <a:buSzPct val="100000"/>
              <a:buNone/>
            </a:pPr>
            <a:r>
              <a:rPr lang="zh-CN" altLang="en-US" sz="2800" b="1" spc="120">
                <a:solidFill>
                  <a:schemeClr val="lt1"/>
                </a:solidFill>
                <a:uFillTx/>
                <a:latin typeface="微软雅黑" charset="-122"/>
                <a:ea typeface="微软雅黑" charset="-122"/>
                <a:sym typeface="+mn-ea"/>
              </a:rPr>
              <a:t>缓解回音室效应的</a:t>
            </a:r>
            <a:r>
              <a:rPr lang="zh-CN" altLang="en-US" sz="2800" b="1" spc="120">
                <a:solidFill>
                  <a:schemeClr val="lt1"/>
                </a:solidFill>
                <a:uFillTx/>
                <a:latin typeface="微软雅黑" charset="-122"/>
                <a:ea typeface="微软雅黑" charset="-122"/>
                <a:sym typeface="+mn-ea"/>
              </a:rPr>
              <a:t>影响</a:t>
            </a:r>
            <a:endParaRPr lang="zh-CN" altLang="en-US" sz="2800" b="1" spc="120">
              <a:solidFill>
                <a:schemeClr val="lt1"/>
              </a:solidFill>
              <a:uFillTx/>
              <a:latin typeface="微软雅黑" charset="-122"/>
              <a:ea typeface="微软雅黑" charset="-122"/>
              <a:sym typeface="+mn-ea"/>
            </a:endParaRPr>
          </a:p>
        </p:txBody>
      </p:sp>
    </p:spTree>
    <p:custDataLst>
      <p:tags r:id="rId5"/>
    </p:custData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133350" y="1271588"/>
            <a:ext cx="2695575" cy="2305050"/>
          </a:xfrm>
          <a:prstGeom prst="rect">
            <a:avLst/>
          </a:prstGeom>
          <a:noFill/>
        </p:spPr>
        <p:txBody>
          <a:bodyPr wrap="square" rtlCol="0" anchor="ctr"/>
          <a:lstStyle/>
          <a:p>
            <a:pPr marL="0" indent="0" algn="ctr">
              <a:buNone/>
            </a:pPr>
            <a:r>
              <a:rPr lang="en-US" sz="10690" b="1" dirty="0">
                <a:solidFill>
                  <a:srgbClr val="FFFFFF"/>
                </a:solidFill>
                <a:latin typeface="Noto Sans SC" pitchFamily="34" charset="0"/>
                <a:ea typeface="Noto Sans SC" pitchFamily="34" charset="-122"/>
                <a:cs typeface="Noto Sans SC" pitchFamily="34" charset="-120"/>
              </a:rPr>
              <a:t>06</a:t>
            </a:r>
            <a:endParaRPr lang="en-US" sz="10690" dirty="0"/>
          </a:p>
        </p:txBody>
      </p:sp>
      <p:sp>
        <p:nvSpPr>
          <p:cNvPr id="3" name="Text 1"/>
          <p:cNvSpPr/>
          <p:nvPr/>
        </p:nvSpPr>
        <p:spPr>
          <a:xfrm>
            <a:off x="4133850" y="2124075"/>
            <a:ext cx="4853940" cy="2471738"/>
          </a:xfrm>
          <a:prstGeom prst="rect">
            <a:avLst/>
          </a:prstGeom>
          <a:noFill/>
        </p:spPr>
        <p:txBody>
          <a:bodyPr wrap="square" rtlCol="0" anchor="t"/>
          <a:lstStyle/>
          <a:p>
            <a:pPr marL="0" indent="0" algn="l">
              <a:buNone/>
            </a:pPr>
            <a:r>
              <a:rPr lang="en-US" sz="3500" b="1" dirty="0">
                <a:solidFill>
                  <a:srgbClr val="144A82"/>
                </a:solidFill>
                <a:latin typeface="Noto Sans SC" pitchFamily="34" charset="0"/>
                <a:ea typeface="Noto Sans SC" pitchFamily="34" charset="-122"/>
                <a:cs typeface="Noto Sans SC" pitchFamily="34" charset="-120"/>
              </a:rPr>
              <a:t>相关工作</a:t>
            </a:r>
            <a:endParaRPr lang="en-US" sz="35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矩形 12"/>
          <p:cNvSpPr/>
          <p:nvPr userDrawn="1">
            <p:custDataLst>
              <p:tags r:id="rId1"/>
            </p:custDataLst>
          </p:nvPr>
        </p:nvSpPr>
        <p:spPr>
          <a:xfrm>
            <a:off x="0" y="0"/>
            <a:ext cx="9144000" cy="684086"/>
          </a:xfrm>
          <a:prstGeom prst="rect">
            <a:avLst/>
          </a:prstGeom>
          <a:solidFill>
            <a:schemeClr val="dk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lvl="0" algn="ctr"/>
            <a:endParaRPr lang="en-US" altLang="zh-CN" sz="1350">
              <a:solidFill>
                <a:schemeClr val="lt1"/>
              </a:solidFill>
              <a:latin typeface="微软雅黑" charset="-122"/>
              <a:ea typeface="微软雅黑" charset="-122"/>
              <a:sym typeface="+mn-ea"/>
            </a:endParaRPr>
          </a:p>
        </p:txBody>
      </p:sp>
      <p:sp>
        <p:nvSpPr>
          <p:cNvPr id="14" name="文本框 13"/>
          <p:cNvSpPr txBox="1"/>
          <p:nvPr>
            <p:custDataLst>
              <p:tags r:id="rId2"/>
            </p:custDataLst>
          </p:nvPr>
        </p:nvSpPr>
        <p:spPr>
          <a:xfrm>
            <a:off x="342867" y="114301"/>
            <a:ext cx="8458267" cy="457200"/>
          </a:xfrm>
          <a:prstGeom prst="rect">
            <a:avLst/>
          </a:prstGeom>
          <a:noFill/>
        </p:spPr>
        <p:txBody>
          <a:bodyPr wrap="square" lIns="47625" tIns="19050" rIns="47625" bIns="19050" rtlCol="0" anchor="ctr" anchorCtr="0">
            <a:normAutofit fontScale="90000"/>
          </a:bodyPr>
          <a:p>
            <a:pPr marL="0" indent="0" algn="l">
              <a:lnSpc>
                <a:spcPct val="100000"/>
              </a:lnSpc>
              <a:spcBef>
                <a:spcPts val="0"/>
              </a:spcBef>
              <a:spcAft>
                <a:spcPts val="0"/>
              </a:spcAft>
              <a:buSzPct val="100000"/>
              <a:buNone/>
            </a:pPr>
            <a:r>
              <a:rPr lang="en-US" sz="2800" b="1" spc="120" dirty="0">
                <a:solidFill>
                  <a:schemeClr val="lt1"/>
                </a:solidFill>
                <a:uFillTx/>
                <a:latin typeface="微软雅黑" charset="-122"/>
                <a:ea typeface="微软雅黑" charset="-122"/>
              </a:rPr>
              <a:t>相关工作</a:t>
            </a:r>
            <a:endParaRPr lang="en-US" sz="2800" b="1" spc="120" dirty="0">
              <a:solidFill>
                <a:schemeClr val="lt1"/>
              </a:solidFill>
              <a:uFillTx/>
              <a:latin typeface="微软雅黑" charset="-122"/>
              <a:ea typeface="微软雅黑" charset="-122"/>
            </a:endParaRPr>
          </a:p>
        </p:txBody>
      </p:sp>
      <p:sp>
        <p:nvSpPr>
          <p:cNvPr id="15" name="Title 6"/>
          <p:cNvSpPr txBox="1"/>
          <p:nvPr>
            <p:custDataLst>
              <p:tags r:id="rId3"/>
            </p:custDataLst>
          </p:nvPr>
        </p:nvSpPr>
        <p:spPr>
          <a:xfrm>
            <a:off x="671476" y="1005849"/>
            <a:ext cx="7915323" cy="3589039"/>
          </a:xfrm>
          <a:prstGeom prst="rect">
            <a:avLst/>
          </a:prstGeom>
          <a:noFill/>
          <a:ln w="3175">
            <a:noFill/>
            <a:prstDash val="dash"/>
          </a:ln>
        </p:spPr>
        <p:txBody>
          <a:bodyPr wrap="square" lIns="47625" tIns="19050" rIns="47625" bIns="1905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marL="0" lvl="0" indent="0" algn="l" fontAlgn="auto">
              <a:lnSpc>
                <a:spcPct val="120000"/>
              </a:lnSpc>
              <a:spcBef>
                <a:spcPts val="0"/>
              </a:spcBef>
              <a:spcAft>
                <a:spcPts val="800"/>
              </a:spcAft>
              <a:buSzPct val="100000"/>
              <a:buNone/>
            </a:pPr>
            <a:r>
              <a:rPr lang="zh-CN" altLang="en-US" sz="1400" spc="60">
                <a:ln w="3175">
                  <a:noFill/>
                  <a:prstDash val="dash"/>
                </a:ln>
                <a:solidFill>
                  <a:schemeClr val="dk1">
                    <a:lumMod val="75000"/>
                    <a:lumOff val="25000"/>
                  </a:schemeClr>
                </a:solidFill>
                <a:uFillTx/>
                <a:latin typeface="微软雅黑" charset="-122"/>
                <a:ea typeface="微软雅黑" charset="-122"/>
                <a:cs typeface="微软雅黑" charset="-122"/>
              </a:rPr>
              <a:t>Integrating profile, memory, reflection and planningmodules, Park et al. design generative agents to simulate the human daily life.</a:t>
            </a:r>
            <a:endParaRPr lang="zh-CN" altLang="en-US" sz="1400" spc="60">
              <a:ln w="3175">
                <a:noFill/>
                <a:prstDash val="dash"/>
              </a:ln>
              <a:solidFill>
                <a:schemeClr val="dk1">
                  <a:lumMod val="75000"/>
                  <a:lumOff val="25000"/>
                </a:schemeClr>
              </a:solidFill>
              <a:uFillTx/>
              <a:latin typeface="微软雅黑" charset="-122"/>
              <a:ea typeface="微软雅黑" charset="-122"/>
              <a:cs typeface="微软雅黑" charset="-122"/>
            </a:endParaRPr>
          </a:p>
          <a:p>
            <a:pPr marL="533400" lvl="1" indent="-254000" algn="l" fontAlgn="ctr">
              <a:lnSpc>
                <a:spcPct val="120000"/>
              </a:lnSpc>
              <a:spcBef>
                <a:spcPts val="0"/>
              </a:spcBef>
              <a:spcAft>
                <a:spcPts val="800"/>
              </a:spcAft>
              <a:buSzPct val="100000"/>
              <a:buFont typeface="Arial" panose="020B0604020202090204" pitchFamily="34" charset="0"/>
              <a:buChar char="○"/>
            </a:pPr>
            <a:r>
              <a:rPr lang="en-US" altLang="zh-CN" sz="1200" spc="40">
                <a:ln w="3175">
                  <a:noFill/>
                  <a:prstDash val="dash"/>
                </a:ln>
                <a:solidFill>
                  <a:schemeClr val="dk1">
                    <a:lumMod val="75000"/>
                    <a:lumOff val="25000"/>
                  </a:schemeClr>
                </a:solidFill>
                <a:uFillTx/>
                <a:latin typeface="微软雅黑" charset="-122"/>
                <a:ea typeface="微软雅黑" charset="-122"/>
                <a:cs typeface="微软雅黑" charset="-122"/>
              </a:rPr>
              <a:t>Task-solving purposes</a:t>
            </a:r>
            <a:endParaRPr lang="en-US" altLang="zh-CN" sz="1200" spc="40">
              <a:ln w="3175">
                <a:noFill/>
                <a:prstDash val="dash"/>
              </a:ln>
              <a:solidFill>
                <a:schemeClr val="dk1">
                  <a:lumMod val="75000"/>
                  <a:lumOff val="25000"/>
                </a:schemeClr>
              </a:solidFill>
              <a:uFillTx/>
              <a:latin typeface="微软雅黑" charset="-122"/>
              <a:ea typeface="微软雅黑" charset="-122"/>
              <a:cs typeface="微软雅黑" charset="-122"/>
            </a:endParaRPr>
          </a:p>
          <a:p>
            <a:pPr marL="990600" lvl="2" indent="-254000" algn="l" fontAlgn="ctr">
              <a:lnSpc>
                <a:spcPct val="120000"/>
              </a:lnSpc>
              <a:spcBef>
                <a:spcPts val="0"/>
              </a:spcBef>
              <a:spcAft>
                <a:spcPts val="800"/>
              </a:spcAft>
              <a:buSzPct val="100000"/>
              <a:buFont typeface="Arial" panose="020B0604020202090204" pitchFamily="34" charset="0"/>
              <a:buChar char="○"/>
            </a:pPr>
            <a:r>
              <a:rPr lang="zh-CN" altLang="en-US" sz="1200" spc="40">
                <a:ln w="3175">
                  <a:noFill/>
                  <a:prstDash val="dash"/>
                </a:ln>
                <a:solidFill>
                  <a:schemeClr val="dk1">
                    <a:lumMod val="75000"/>
                    <a:lumOff val="25000"/>
                  </a:schemeClr>
                </a:solidFill>
                <a:uFillTx/>
                <a:latin typeface="微软雅黑" charset="-122"/>
                <a:ea typeface="微软雅黑" charset="-122"/>
                <a:cs typeface="微软雅黑" charset="-122"/>
              </a:rPr>
              <a:t>software de-velopment(Qian et al.,2023a,b;Hong et al.,2023),</a:t>
            </a:r>
            <a:endParaRPr lang="zh-CN" altLang="en-US" sz="1200" spc="40">
              <a:ln w="3175">
                <a:noFill/>
                <a:prstDash val="dash"/>
              </a:ln>
              <a:solidFill>
                <a:schemeClr val="dk1">
                  <a:lumMod val="75000"/>
                  <a:lumOff val="25000"/>
                </a:schemeClr>
              </a:solidFill>
              <a:uFillTx/>
              <a:latin typeface="微软雅黑" charset="-122"/>
              <a:ea typeface="微软雅黑" charset="-122"/>
              <a:cs typeface="微软雅黑" charset="-122"/>
            </a:endParaRPr>
          </a:p>
          <a:p>
            <a:pPr marL="990600" lvl="2" indent="-254000" algn="l" fontAlgn="ctr">
              <a:lnSpc>
                <a:spcPct val="120000"/>
              </a:lnSpc>
              <a:spcBef>
                <a:spcPts val="0"/>
              </a:spcBef>
              <a:spcAft>
                <a:spcPts val="800"/>
              </a:spcAft>
              <a:buSzPct val="100000"/>
              <a:buFont typeface="Arial" panose="020B0604020202090204" pitchFamily="34" charset="0"/>
              <a:buChar char="○"/>
            </a:pPr>
            <a:r>
              <a:rPr lang="zh-CN" altLang="en-US" sz="1200" spc="40">
                <a:ln w="3175">
                  <a:noFill/>
                  <a:prstDash val="dash"/>
                </a:ln>
                <a:solidFill>
                  <a:schemeClr val="dk1">
                    <a:lumMod val="75000"/>
                    <a:lumOff val="25000"/>
                  </a:schemeClr>
                </a:solidFill>
                <a:uFillTx/>
                <a:latin typeface="微软雅黑" charset="-122"/>
                <a:ea typeface="微软雅黑" charset="-122"/>
                <a:cs typeface="微软雅黑" charset="-122"/>
              </a:rPr>
              <a:t>collaboration(Chen et al.,2023)</a:t>
            </a:r>
            <a:endParaRPr lang="zh-CN" altLang="en-US" sz="1200" spc="40">
              <a:ln w="3175">
                <a:noFill/>
                <a:prstDash val="dash"/>
              </a:ln>
              <a:solidFill>
                <a:schemeClr val="dk1">
                  <a:lumMod val="75000"/>
                  <a:lumOff val="25000"/>
                </a:schemeClr>
              </a:solidFill>
              <a:uFillTx/>
              <a:latin typeface="微软雅黑" charset="-122"/>
              <a:ea typeface="微软雅黑" charset="-122"/>
              <a:cs typeface="微软雅黑" charset="-122"/>
            </a:endParaRPr>
          </a:p>
          <a:p>
            <a:pPr marL="990600" lvl="2" indent="-254000" algn="l" fontAlgn="ctr">
              <a:lnSpc>
                <a:spcPct val="120000"/>
              </a:lnSpc>
              <a:spcBef>
                <a:spcPts val="0"/>
              </a:spcBef>
              <a:spcAft>
                <a:spcPts val="800"/>
              </a:spcAft>
              <a:buSzPct val="100000"/>
              <a:buFont typeface="Arial" panose="020B0604020202090204" pitchFamily="34" charset="0"/>
              <a:buChar char="○"/>
            </a:pPr>
            <a:r>
              <a:rPr lang="zh-CN" altLang="en-US" sz="1200" spc="40">
                <a:ln w="3175">
                  <a:noFill/>
                  <a:prstDash val="dash"/>
                </a:ln>
                <a:solidFill>
                  <a:schemeClr val="dk1">
                    <a:lumMod val="75000"/>
                    <a:lumOff val="25000"/>
                  </a:schemeClr>
                </a:solidFill>
                <a:uFillTx/>
                <a:latin typeface="微软雅黑" charset="-122"/>
                <a:ea typeface="微软雅黑" charset="-122"/>
                <a:cs typeface="微软雅黑" charset="-122"/>
              </a:rPr>
              <a:t>exploring theworld in Minecraft(Wang et al.,2023a).</a:t>
            </a:r>
            <a:endParaRPr lang="zh-CN" altLang="en-US" sz="1200" spc="40">
              <a:ln w="3175">
                <a:noFill/>
                <a:prstDash val="dash"/>
              </a:ln>
              <a:solidFill>
                <a:schemeClr val="dk1">
                  <a:lumMod val="75000"/>
                  <a:lumOff val="25000"/>
                </a:schemeClr>
              </a:solidFill>
              <a:uFillTx/>
              <a:latin typeface="微软雅黑" charset="-122"/>
              <a:ea typeface="微软雅黑" charset="-122"/>
              <a:cs typeface="微软雅黑" charset="-122"/>
            </a:endParaRPr>
          </a:p>
          <a:p>
            <a:pPr marL="533400" lvl="1" indent="-254000" algn="l" fontAlgn="ctr">
              <a:lnSpc>
                <a:spcPct val="120000"/>
              </a:lnSpc>
              <a:spcBef>
                <a:spcPts val="0"/>
              </a:spcBef>
              <a:spcAft>
                <a:spcPts val="800"/>
              </a:spcAft>
              <a:buSzPct val="100000"/>
              <a:buFont typeface="Arial" panose="020B0604020202090204" pitchFamily="34" charset="0"/>
              <a:buChar char="○"/>
            </a:pPr>
            <a:r>
              <a:rPr lang="en-US" altLang="zh-CN" sz="1200" spc="40">
                <a:ln w="3175">
                  <a:noFill/>
                  <a:prstDash val="dash"/>
                </a:ln>
                <a:solidFill>
                  <a:schemeClr val="dk1">
                    <a:lumMod val="75000"/>
                    <a:lumOff val="25000"/>
                  </a:schemeClr>
                </a:solidFill>
                <a:uFillTx/>
                <a:latin typeface="微软雅黑" charset="-122"/>
                <a:ea typeface="微软雅黑" charset="-122"/>
                <a:cs typeface="微软雅黑" charset="-122"/>
              </a:rPr>
              <a:t>Simulation,where the replication of human behaviors is focused</a:t>
            </a:r>
            <a:endParaRPr lang="en-US" altLang="zh-CN" sz="1200" spc="40">
              <a:ln w="3175">
                <a:noFill/>
                <a:prstDash val="dash"/>
              </a:ln>
              <a:solidFill>
                <a:schemeClr val="dk1">
                  <a:lumMod val="75000"/>
                  <a:lumOff val="25000"/>
                </a:schemeClr>
              </a:solidFill>
              <a:uFillTx/>
              <a:latin typeface="微软雅黑" charset="-122"/>
              <a:ea typeface="微软雅黑" charset="-122"/>
              <a:cs typeface="微软雅黑" charset="-122"/>
            </a:endParaRPr>
          </a:p>
          <a:p>
            <a:pPr marL="990600" lvl="2" indent="-254000" algn="l" fontAlgn="ctr">
              <a:lnSpc>
                <a:spcPct val="120000"/>
              </a:lnSpc>
              <a:spcBef>
                <a:spcPts val="0"/>
              </a:spcBef>
              <a:spcAft>
                <a:spcPts val="800"/>
              </a:spcAft>
              <a:buSzPct val="100000"/>
              <a:buFont typeface="Arial" panose="020B0604020202090204" pitchFamily="34" charset="0"/>
              <a:buChar char="○"/>
            </a:pPr>
            <a:r>
              <a:rPr lang="zh-CN" altLang="en-US" sz="1200" spc="40">
                <a:ln w="3175">
                  <a:noFill/>
                  <a:prstDash val="dash"/>
                </a:ln>
                <a:solidFill>
                  <a:schemeClr val="dk1">
                    <a:lumMod val="75000"/>
                    <a:lumOff val="25000"/>
                  </a:schemeClr>
                </a:solidFill>
                <a:uFillTx/>
                <a:latin typeface="微软雅黑" charset="-122"/>
                <a:ea typeface="微软雅黑" charset="-122"/>
                <a:cs typeface="微软雅黑" charset="-122"/>
              </a:rPr>
              <a:t>social interaction,(Park et al.,2022;Liu et al.,2023)</a:t>
            </a:r>
            <a:endParaRPr lang="zh-CN" altLang="en-US" sz="1200" spc="40">
              <a:ln w="3175">
                <a:noFill/>
                <a:prstDash val="dash"/>
              </a:ln>
              <a:solidFill>
                <a:schemeClr val="dk1">
                  <a:lumMod val="75000"/>
                  <a:lumOff val="25000"/>
                </a:schemeClr>
              </a:solidFill>
              <a:uFillTx/>
              <a:latin typeface="微软雅黑" charset="-122"/>
              <a:ea typeface="微软雅黑" charset="-122"/>
              <a:cs typeface="微软雅黑" charset="-122"/>
            </a:endParaRPr>
          </a:p>
          <a:p>
            <a:pPr marL="990600" lvl="2" indent="-254000" algn="l" fontAlgn="ctr">
              <a:lnSpc>
                <a:spcPct val="120000"/>
              </a:lnSpc>
              <a:spcBef>
                <a:spcPts val="0"/>
              </a:spcBef>
              <a:spcAft>
                <a:spcPts val="800"/>
              </a:spcAft>
              <a:buSzPct val="100000"/>
              <a:buFont typeface="Arial" panose="020B0604020202090204" pitchFamily="34" charset="0"/>
              <a:buChar char="○"/>
            </a:pPr>
            <a:r>
              <a:rPr lang="zh-CN" altLang="en-US" sz="1200" spc="40">
                <a:ln w="3175">
                  <a:noFill/>
                  <a:prstDash val="dash"/>
                </a:ln>
                <a:solidFill>
                  <a:schemeClr val="dk1">
                    <a:lumMod val="75000"/>
                    <a:lumOff val="25000"/>
                  </a:schemeClr>
                </a:solidFill>
                <a:uFillTx/>
                <a:latin typeface="微软雅黑" charset="-122"/>
                <a:ea typeface="微软雅黑" charset="-122"/>
                <a:cs typeface="微软雅黑" charset="-122"/>
              </a:rPr>
              <a:t>recommendation(Wang et al.,2023c;Zhang et al.,2023)</a:t>
            </a:r>
            <a:endParaRPr lang="zh-CN" altLang="en-US" sz="1200" spc="40">
              <a:ln w="3175">
                <a:noFill/>
                <a:prstDash val="dash"/>
              </a:ln>
              <a:solidFill>
                <a:schemeClr val="dk1">
                  <a:lumMod val="75000"/>
                  <a:lumOff val="25000"/>
                </a:schemeClr>
              </a:solidFill>
              <a:uFillTx/>
              <a:latin typeface="微软雅黑" charset="-122"/>
              <a:ea typeface="微软雅黑" charset="-122"/>
              <a:cs typeface="微软雅黑" charset="-122"/>
            </a:endParaRPr>
          </a:p>
          <a:p>
            <a:pPr marL="990600" lvl="2" indent="-254000" algn="l" fontAlgn="ctr">
              <a:lnSpc>
                <a:spcPct val="120000"/>
              </a:lnSpc>
              <a:spcBef>
                <a:spcPts val="0"/>
              </a:spcBef>
              <a:spcAft>
                <a:spcPts val="800"/>
              </a:spcAft>
              <a:buSzPct val="100000"/>
              <a:buFont typeface="Arial" panose="020B0604020202090204" pitchFamily="34" charset="0"/>
              <a:buChar char="○"/>
            </a:pPr>
            <a:r>
              <a:rPr lang="zh-CN" altLang="en-US" sz="1200" spc="40">
                <a:ln w="3175">
                  <a:noFill/>
                  <a:prstDash val="dash"/>
                </a:ln>
                <a:solidFill>
                  <a:schemeClr val="dk1">
                    <a:lumMod val="75000"/>
                    <a:lumOff val="25000"/>
                  </a:schemeClr>
                </a:solidFill>
                <a:uFillTx/>
                <a:latin typeface="微软雅黑" charset="-122"/>
                <a:ea typeface="微软雅黑" charset="-122"/>
                <a:cs typeface="微软雅黑" charset="-122"/>
              </a:rPr>
              <a:t>the world war(Hua et al.,2023)</a:t>
            </a:r>
            <a:endParaRPr lang="zh-CN" altLang="en-US" sz="1200" spc="40">
              <a:ln w="3175">
                <a:noFill/>
                <a:prstDash val="dash"/>
              </a:ln>
              <a:solidFill>
                <a:schemeClr val="dk1">
                  <a:lumMod val="75000"/>
                  <a:lumOff val="25000"/>
                </a:schemeClr>
              </a:solidFill>
              <a:uFillTx/>
              <a:latin typeface="微软雅黑" charset="-122"/>
              <a:ea typeface="微软雅黑" charset="-122"/>
              <a:cs typeface="微软雅黑" charset="-122"/>
            </a:endParaRPr>
          </a:p>
          <a:p>
            <a:pPr marL="990600" lvl="2" indent="-254000" algn="l" fontAlgn="ctr">
              <a:lnSpc>
                <a:spcPct val="120000"/>
              </a:lnSpc>
              <a:spcBef>
                <a:spcPts val="0"/>
              </a:spcBef>
              <a:spcAft>
                <a:spcPts val="800"/>
              </a:spcAft>
              <a:buSzPct val="100000"/>
              <a:buFont typeface="Arial" panose="020B0604020202090204" pitchFamily="34" charset="0"/>
              <a:buChar char="○"/>
            </a:pPr>
            <a:r>
              <a:rPr lang="en-US" altLang="zh-CN" sz="1200" spc="40">
                <a:ln w="3175">
                  <a:noFill/>
                  <a:prstDash val="dash"/>
                </a:ln>
                <a:solidFill>
                  <a:schemeClr val="dk1">
                    <a:lumMod val="75000"/>
                    <a:lumOff val="25000"/>
                  </a:schemeClr>
                </a:solidFill>
                <a:uFillTx/>
                <a:latin typeface="微软雅黑" charset="-122"/>
                <a:ea typeface="微软雅黑" charset="-122"/>
                <a:cs typeface="微软雅黑" charset="-122"/>
              </a:rPr>
              <a:t>communication game(Xu et al.,2023)</a:t>
            </a:r>
            <a:endParaRPr lang="en-US" altLang="zh-CN" sz="1200" spc="40">
              <a:ln w="3175">
                <a:noFill/>
                <a:prstDash val="dash"/>
              </a:ln>
              <a:solidFill>
                <a:schemeClr val="dk1">
                  <a:lumMod val="75000"/>
                  <a:lumOff val="25000"/>
                </a:schemeClr>
              </a:solidFill>
              <a:uFillTx/>
              <a:latin typeface="微软雅黑" charset="-122"/>
              <a:ea typeface="微软雅黑" charset="-122"/>
              <a:cs typeface="微软雅黑" charset="-122"/>
            </a:endParaRPr>
          </a:p>
        </p:txBody>
      </p:sp>
    </p:spTree>
    <p:custDataLst>
      <p:tags r:id="rId4"/>
    </p:custData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矩形 12"/>
          <p:cNvSpPr/>
          <p:nvPr userDrawn="1">
            <p:custDataLst>
              <p:tags r:id="rId1"/>
            </p:custDataLst>
          </p:nvPr>
        </p:nvSpPr>
        <p:spPr>
          <a:xfrm>
            <a:off x="0" y="0"/>
            <a:ext cx="9144000" cy="684086"/>
          </a:xfrm>
          <a:prstGeom prst="rect">
            <a:avLst/>
          </a:prstGeom>
          <a:solidFill>
            <a:schemeClr val="dk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lvl="0" algn="ctr"/>
            <a:endParaRPr lang="en-US" altLang="zh-CN" sz="1350">
              <a:solidFill>
                <a:schemeClr val="lt1"/>
              </a:solidFill>
              <a:latin typeface="微软雅黑" charset="-122"/>
              <a:ea typeface="微软雅黑" charset="-122"/>
              <a:sym typeface="+mn-ea"/>
            </a:endParaRPr>
          </a:p>
        </p:txBody>
      </p:sp>
      <p:sp>
        <p:nvSpPr>
          <p:cNvPr id="14" name="文本框 13"/>
          <p:cNvSpPr txBox="1"/>
          <p:nvPr>
            <p:custDataLst>
              <p:tags r:id="rId2"/>
            </p:custDataLst>
          </p:nvPr>
        </p:nvSpPr>
        <p:spPr>
          <a:xfrm>
            <a:off x="342867" y="114301"/>
            <a:ext cx="8458267" cy="457200"/>
          </a:xfrm>
          <a:prstGeom prst="rect">
            <a:avLst/>
          </a:prstGeom>
          <a:noFill/>
        </p:spPr>
        <p:txBody>
          <a:bodyPr wrap="square" lIns="47625" tIns="19050" rIns="47625" bIns="19050" rtlCol="0" anchor="ctr" anchorCtr="0">
            <a:normAutofit fontScale="90000"/>
          </a:bodyPr>
          <a:p>
            <a:pPr marL="0" indent="0" algn="l">
              <a:lnSpc>
                <a:spcPct val="100000"/>
              </a:lnSpc>
              <a:spcBef>
                <a:spcPts val="0"/>
              </a:spcBef>
              <a:spcAft>
                <a:spcPts val="0"/>
              </a:spcAft>
              <a:buSzPct val="100000"/>
              <a:buNone/>
            </a:pPr>
            <a:r>
              <a:rPr lang="zh-CN" altLang="en-US" sz="2800" b="1" spc="120" dirty="0">
                <a:solidFill>
                  <a:schemeClr val="lt1"/>
                </a:solidFill>
                <a:uFillTx/>
                <a:latin typeface="微软雅黑" charset="-122"/>
                <a:ea typeface="微软雅黑" charset="-122"/>
              </a:rPr>
              <a:t>社会模拟模型</a:t>
            </a:r>
            <a:r>
              <a:rPr lang="zh-CN" altLang="en-US" sz="2800" b="1" spc="120" dirty="0">
                <a:solidFill>
                  <a:schemeClr val="lt1"/>
                </a:solidFill>
                <a:uFillTx/>
                <a:latin typeface="微软雅黑" charset="-122"/>
                <a:ea typeface="微软雅黑" charset="-122"/>
              </a:rPr>
              <a:t>现状</a:t>
            </a:r>
            <a:endParaRPr lang="zh-CN" altLang="en-US" sz="2800" b="1" spc="120" dirty="0">
              <a:solidFill>
                <a:schemeClr val="lt1"/>
              </a:solidFill>
              <a:uFillTx/>
              <a:latin typeface="微软雅黑" charset="-122"/>
              <a:ea typeface="微软雅黑" charset="-122"/>
            </a:endParaRPr>
          </a:p>
        </p:txBody>
      </p:sp>
      <p:sp>
        <p:nvSpPr>
          <p:cNvPr id="15" name="Title 6"/>
          <p:cNvSpPr txBox="1"/>
          <p:nvPr>
            <p:custDataLst>
              <p:tags r:id="rId3"/>
            </p:custDataLst>
          </p:nvPr>
        </p:nvSpPr>
        <p:spPr>
          <a:xfrm>
            <a:off x="128905" y="771525"/>
            <a:ext cx="8889365" cy="4178935"/>
          </a:xfrm>
          <a:prstGeom prst="rect">
            <a:avLst/>
          </a:prstGeom>
          <a:noFill/>
          <a:ln w="3175">
            <a:noFill/>
            <a:prstDash val="dash"/>
          </a:ln>
        </p:spPr>
        <p:txBody>
          <a:bodyPr wrap="square" lIns="47625" tIns="19050" rIns="47625" bIns="19050" anchor="ctr" anchorCtr="0">
            <a:no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marL="171450" lvl="0" indent="-171450" algn="l" fontAlgn="auto">
              <a:lnSpc>
                <a:spcPct val="120000"/>
              </a:lnSpc>
              <a:spcBef>
                <a:spcPts val="0"/>
              </a:spcBef>
              <a:spcAft>
                <a:spcPts val="800"/>
              </a:spcAft>
              <a:buSzPct val="100000"/>
              <a:buFont typeface="Arial" panose="020B0604020202090204" pitchFamily="34" charset="0"/>
              <a:buChar char="•"/>
            </a:pPr>
            <a:r>
              <a:rPr lang="zh-CN" altLang="en-US" sz="1400" spc="60">
                <a:ln w="3175">
                  <a:noFill/>
                  <a:prstDash val="dash"/>
                </a:ln>
                <a:solidFill>
                  <a:schemeClr val="dk1">
                    <a:lumMod val="75000"/>
                    <a:lumOff val="25000"/>
                  </a:schemeClr>
                </a:solidFill>
                <a:uFillTx/>
                <a:latin typeface="微软雅黑" charset="-122"/>
                <a:ea typeface="微软雅黑" charset="-122"/>
                <a:cs typeface="微软雅黑" charset="-122"/>
              </a:rPr>
              <a:t>社会模拟的ABMs：以往的基于代理的模型（ABMs）主要用于社会模拟，重点研究个体如何因他人影响而改变态度（Chuang和Rogers，2023）。</a:t>
            </a:r>
            <a:endParaRPr lang="zh-CN" altLang="en-US" sz="1400" spc="60">
              <a:ln w="3175">
                <a:noFill/>
                <a:prstDash val="dash"/>
              </a:ln>
              <a:solidFill>
                <a:schemeClr val="dk1">
                  <a:lumMod val="75000"/>
                  <a:lumOff val="25000"/>
                </a:schemeClr>
              </a:solidFill>
              <a:uFillTx/>
              <a:latin typeface="微软雅黑" charset="-122"/>
              <a:ea typeface="微软雅黑" charset="-122"/>
              <a:cs typeface="微软雅黑" charset="-122"/>
            </a:endParaRPr>
          </a:p>
          <a:p>
            <a:pPr marL="171450" lvl="0" indent="-171450" algn="l" fontAlgn="auto">
              <a:lnSpc>
                <a:spcPct val="120000"/>
              </a:lnSpc>
              <a:spcBef>
                <a:spcPts val="0"/>
              </a:spcBef>
              <a:spcAft>
                <a:spcPts val="800"/>
              </a:spcAft>
              <a:buSzPct val="100000"/>
              <a:buFont typeface="Arial" panose="020B0604020202090204" pitchFamily="34" charset="0"/>
              <a:buChar char="•"/>
            </a:pPr>
            <a:r>
              <a:rPr lang="zh-CN" altLang="en-US" sz="1400" spc="60">
                <a:ln w="3175">
                  <a:noFill/>
                  <a:prstDash val="dash"/>
                </a:ln>
                <a:solidFill>
                  <a:schemeClr val="dk1">
                    <a:lumMod val="75000"/>
                    <a:lumOff val="25000"/>
                  </a:schemeClr>
                </a:solidFill>
                <a:uFillTx/>
                <a:latin typeface="微软雅黑" charset="-122"/>
                <a:ea typeface="微软雅黑" charset="-122"/>
                <a:cs typeface="微软雅黑" charset="-122"/>
              </a:rPr>
              <a:t>ABMs的分类：这些模型可以分为演绎性ABMs和归纳性ABMs。</a:t>
            </a:r>
            <a:endParaRPr lang="zh-CN" altLang="en-US" sz="1400" spc="60">
              <a:ln w="3175">
                <a:noFill/>
                <a:prstDash val="dash"/>
              </a:ln>
              <a:solidFill>
                <a:schemeClr val="dk1">
                  <a:lumMod val="75000"/>
                  <a:lumOff val="25000"/>
                </a:schemeClr>
              </a:solidFill>
              <a:uFillTx/>
              <a:latin typeface="微软雅黑" charset="-122"/>
              <a:ea typeface="微软雅黑" charset="-122"/>
              <a:cs typeface="微软雅黑" charset="-122"/>
            </a:endParaRPr>
          </a:p>
          <a:p>
            <a:pPr marL="628650" lvl="1" indent="-171450" algn="l" fontAlgn="auto">
              <a:lnSpc>
                <a:spcPct val="120000"/>
              </a:lnSpc>
              <a:spcBef>
                <a:spcPts val="0"/>
              </a:spcBef>
              <a:spcAft>
                <a:spcPts val="800"/>
              </a:spcAft>
              <a:buSzPct val="100000"/>
              <a:buFont typeface="Arial" panose="020B0604020202090204" pitchFamily="34" charset="0"/>
              <a:buChar char="•"/>
            </a:pPr>
            <a:r>
              <a:rPr lang="zh-CN" altLang="en-US" sz="1400" spc="60">
                <a:ln w="3175">
                  <a:noFill/>
                  <a:prstDash val="dash"/>
                </a:ln>
                <a:solidFill>
                  <a:schemeClr val="dk1">
                    <a:lumMod val="75000"/>
                    <a:lumOff val="25000"/>
                  </a:schemeClr>
                </a:solidFill>
                <a:uFillTx/>
                <a:latin typeface="微软雅黑" charset="-122"/>
                <a:ea typeface="微软雅黑" charset="-122"/>
                <a:cs typeface="微软雅黑" charset="-122"/>
              </a:rPr>
              <a:t>演绎性ABMs：以有界信心模型（Bounded Confidence Model，Deffuant等人，2000年）为代表，这类模型基于态度心理学，如社会判断理论（Sherif和Hovland，1961）。</a:t>
            </a:r>
            <a:endParaRPr lang="zh-CN" altLang="en-US" sz="1400" spc="60">
              <a:ln w="3175">
                <a:noFill/>
                <a:prstDash val="dash"/>
              </a:ln>
              <a:solidFill>
                <a:schemeClr val="dk1">
                  <a:lumMod val="75000"/>
                  <a:lumOff val="25000"/>
                </a:schemeClr>
              </a:solidFill>
              <a:uFillTx/>
              <a:latin typeface="微软雅黑" charset="-122"/>
              <a:ea typeface="微软雅黑" charset="-122"/>
              <a:cs typeface="微软雅黑" charset="-122"/>
            </a:endParaRPr>
          </a:p>
          <a:p>
            <a:pPr marL="628650" lvl="1" indent="-171450" algn="l" fontAlgn="auto">
              <a:lnSpc>
                <a:spcPct val="120000"/>
              </a:lnSpc>
              <a:spcBef>
                <a:spcPts val="0"/>
              </a:spcBef>
              <a:spcAft>
                <a:spcPts val="800"/>
              </a:spcAft>
              <a:buSzPct val="100000"/>
              <a:buFont typeface="Arial" panose="020B0604020202090204" pitchFamily="34" charset="0"/>
              <a:buChar char="•"/>
            </a:pPr>
            <a:r>
              <a:rPr lang="zh-CN" altLang="en-US" sz="1400" spc="60">
                <a:ln w="3175">
                  <a:noFill/>
                  <a:prstDash val="dash"/>
                </a:ln>
                <a:solidFill>
                  <a:schemeClr val="dk1">
                    <a:lumMod val="75000"/>
                    <a:lumOff val="25000"/>
                  </a:schemeClr>
                </a:solidFill>
                <a:uFillTx/>
                <a:latin typeface="微软雅黑" charset="-122"/>
                <a:ea typeface="微软雅黑" charset="-122"/>
                <a:cs typeface="微软雅黑" charset="-122"/>
              </a:rPr>
              <a:t>归纳性ABMs：与演绎性ABMs相对，归纳性ABMs通常涉及成本较高且规模有限的人类实验。</a:t>
            </a:r>
            <a:endParaRPr lang="zh-CN" altLang="en-US" sz="1400" spc="60">
              <a:ln w="3175">
                <a:noFill/>
                <a:prstDash val="dash"/>
              </a:ln>
              <a:solidFill>
                <a:schemeClr val="dk1">
                  <a:lumMod val="75000"/>
                  <a:lumOff val="25000"/>
                </a:schemeClr>
              </a:solidFill>
              <a:uFillTx/>
              <a:latin typeface="微软雅黑" charset="-122"/>
              <a:ea typeface="微软雅黑" charset="-122"/>
              <a:cs typeface="微软雅黑" charset="-122"/>
            </a:endParaRPr>
          </a:p>
          <a:p>
            <a:pPr marL="171450" lvl="0" indent="-171450" algn="l" fontAlgn="auto">
              <a:lnSpc>
                <a:spcPct val="120000"/>
              </a:lnSpc>
              <a:spcBef>
                <a:spcPts val="0"/>
              </a:spcBef>
              <a:spcAft>
                <a:spcPts val="800"/>
              </a:spcAft>
              <a:buSzPct val="100000"/>
              <a:buFont typeface="Arial" panose="020B0604020202090204" pitchFamily="34" charset="0"/>
              <a:buChar char="•"/>
            </a:pPr>
            <a:r>
              <a:rPr lang="zh-CN" altLang="en-US" sz="1400" spc="60">
                <a:ln w="3175">
                  <a:noFill/>
                  <a:prstDash val="dash"/>
                </a:ln>
                <a:solidFill>
                  <a:schemeClr val="dk1">
                    <a:lumMod val="75000"/>
                    <a:lumOff val="25000"/>
                  </a:schemeClr>
                </a:solidFill>
                <a:uFillTx/>
                <a:latin typeface="微软雅黑" charset="-122"/>
                <a:ea typeface="微软雅黑" charset="-122"/>
                <a:cs typeface="微软雅黑" charset="-122"/>
              </a:rPr>
              <a:t>LLM赋能代理的潜力：具有人类水平智能的LLM赋能代理有潜力作为人类受试者的替代品。</a:t>
            </a:r>
            <a:endParaRPr lang="zh-CN" altLang="en-US" sz="1400" spc="60">
              <a:ln w="3175">
                <a:noFill/>
                <a:prstDash val="dash"/>
              </a:ln>
              <a:solidFill>
                <a:schemeClr val="dk1">
                  <a:lumMod val="75000"/>
                  <a:lumOff val="25000"/>
                </a:schemeClr>
              </a:solidFill>
              <a:uFillTx/>
              <a:latin typeface="微软雅黑" charset="-122"/>
              <a:ea typeface="微软雅黑" charset="-122"/>
              <a:cs typeface="微软雅黑" charset="-122"/>
            </a:endParaRPr>
          </a:p>
          <a:p>
            <a:pPr marL="628650" lvl="1" indent="-171450" algn="l" fontAlgn="auto">
              <a:lnSpc>
                <a:spcPct val="120000"/>
              </a:lnSpc>
              <a:spcBef>
                <a:spcPts val="0"/>
              </a:spcBef>
              <a:spcAft>
                <a:spcPts val="800"/>
              </a:spcAft>
              <a:buSzPct val="100000"/>
              <a:buFont typeface="Arial" panose="020B0604020202090204" pitchFamily="34" charset="0"/>
              <a:buChar char="•"/>
            </a:pPr>
            <a:r>
              <a:rPr lang="zh-CN" altLang="en-US" sz="1400" spc="60">
                <a:ln w="3175">
                  <a:noFill/>
                  <a:prstDash val="dash"/>
                </a:ln>
                <a:solidFill>
                  <a:schemeClr val="dk1">
                    <a:lumMod val="75000"/>
                    <a:lumOff val="25000"/>
                  </a:schemeClr>
                </a:solidFill>
                <a:uFillTx/>
                <a:latin typeface="微软雅黑" charset="-122"/>
                <a:ea typeface="微软雅黑" charset="-122"/>
                <a:cs typeface="微软雅黑" charset="-122"/>
              </a:rPr>
              <a:t>模拟平台：Park等人和Törnberg等人提供了一个社交模拟平台，帮助设计者改善社会互动。</a:t>
            </a:r>
            <a:endParaRPr lang="zh-CN" altLang="en-US" sz="1400" spc="60">
              <a:ln w="3175">
                <a:noFill/>
                <a:prstDash val="dash"/>
              </a:ln>
              <a:solidFill>
                <a:schemeClr val="dk1">
                  <a:lumMod val="75000"/>
                  <a:lumOff val="25000"/>
                </a:schemeClr>
              </a:solidFill>
              <a:uFillTx/>
              <a:latin typeface="微软雅黑" charset="-122"/>
              <a:ea typeface="微软雅黑" charset="-122"/>
              <a:cs typeface="微软雅黑" charset="-122"/>
            </a:endParaRPr>
          </a:p>
          <a:p>
            <a:pPr marL="628650" lvl="1" indent="-171450" algn="l" fontAlgn="auto">
              <a:lnSpc>
                <a:spcPct val="120000"/>
              </a:lnSpc>
              <a:spcBef>
                <a:spcPts val="0"/>
              </a:spcBef>
              <a:spcAft>
                <a:spcPts val="800"/>
              </a:spcAft>
              <a:buSzPct val="100000"/>
              <a:buFont typeface="Arial" panose="020B0604020202090204" pitchFamily="34" charset="0"/>
              <a:buChar char="•"/>
            </a:pPr>
            <a:r>
              <a:rPr lang="zh-CN" altLang="en-US" sz="1400" spc="60">
                <a:ln w="3175">
                  <a:noFill/>
                  <a:prstDash val="dash"/>
                </a:ln>
                <a:solidFill>
                  <a:schemeClr val="dk1">
                    <a:lumMod val="75000"/>
                    <a:lumOff val="25000"/>
                  </a:schemeClr>
                </a:solidFill>
                <a:uFillTx/>
                <a:latin typeface="微软雅黑" charset="-122"/>
                <a:ea typeface="微软雅黑" charset="-122"/>
                <a:cs typeface="微软雅黑" charset="-122"/>
              </a:rPr>
              <a:t>社会智能评估框架：Sotopia（Zhou等人，2023年）设计了一个用于评估社会智能的框架。</a:t>
            </a:r>
            <a:endParaRPr lang="zh-CN" altLang="en-US" sz="1400" spc="60">
              <a:ln w="3175">
                <a:noFill/>
                <a:prstDash val="dash"/>
              </a:ln>
              <a:solidFill>
                <a:schemeClr val="dk1">
                  <a:lumMod val="75000"/>
                  <a:lumOff val="25000"/>
                </a:schemeClr>
              </a:solidFill>
              <a:uFillTx/>
              <a:latin typeface="微软雅黑" charset="-122"/>
              <a:ea typeface="微软雅黑" charset="-122"/>
              <a:cs typeface="微软雅黑" charset="-122"/>
            </a:endParaRPr>
          </a:p>
          <a:p>
            <a:pPr marL="171450" lvl="0" indent="-171450" algn="l" fontAlgn="auto">
              <a:lnSpc>
                <a:spcPct val="120000"/>
              </a:lnSpc>
              <a:spcBef>
                <a:spcPts val="0"/>
              </a:spcBef>
              <a:spcAft>
                <a:spcPts val="800"/>
              </a:spcAft>
              <a:buSzPct val="100000"/>
              <a:buFont typeface="Arial" panose="020B0604020202090204" pitchFamily="34" charset="0"/>
              <a:buChar char="•"/>
            </a:pPr>
            <a:r>
              <a:rPr lang="zh-CN" altLang="en-US" sz="1400" spc="60">
                <a:ln w="3175">
                  <a:noFill/>
                  <a:prstDash val="dash"/>
                </a:ln>
                <a:solidFill>
                  <a:schemeClr val="dk1">
                    <a:lumMod val="75000"/>
                    <a:lumOff val="25000"/>
                  </a:schemeClr>
                </a:solidFill>
                <a:uFillTx/>
                <a:latin typeface="微软雅黑" charset="-122"/>
                <a:ea typeface="微软雅黑" charset="-122"/>
                <a:cs typeface="微软雅黑" charset="-122"/>
              </a:rPr>
              <a:t>公共舆论模拟：S</a:t>
            </a:r>
            <a:r>
              <a:rPr lang="zh-CN" altLang="en-US" sz="1400" spc="60" baseline="30000">
                <a:ln w="3175">
                  <a:noFill/>
                  <a:prstDash val="dash"/>
                </a:ln>
                <a:solidFill>
                  <a:schemeClr val="dk1">
                    <a:lumMod val="75000"/>
                    <a:lumOff val="25000"/>
                  </a:schemeClr>
                </a:solidFill>
                <a:uFillTx/>
                <a:latin typeface="微软雅黑" charset="-122"/>
                <a:ea typeface="微软雅黑" charset="-122"/>
                <a:cs typeface="微软雅黑" charset="-122"/>
              </a:rPr>
              <a:t>3</a:t>
            </a:r>
            <a:r>
              <a:rPr lang="zh-CN" altLang="en-US" sz="1400" spc="60">
                <a:ln w="3175">
                  <a:noFill/>
                  <a:prstDash val="dash"/>
                </a:ln>
                <a:solidFill>
                  <a:schemeClr val="dk1">
                    <a:lumMod val="75000"/>
                    <a:lumOff val="25000"/>
                  </a:schemeClr>
                </a:solidFill>
                <a:uFillTx/>
                <a:latin typeface="微软雅黑" charset="-122"/>
                <a:ea typeface="微软雅黑" charset="-122"/>
                <a:cs typeface="微软雅黑" charset="-122"/>
              </a:rPr>
              <a:t>（Gao等人，2023年）通过马尔可夫链和LLMs模拟公共舆论，但它们如何处理大规模用户的问题仍然不明确。</a:t>
            </a:r>
            <a:endParaRPr lang="zh-CN" altLang="en-US" sz="1400" spc="60">
              <a:ln w="3175">
                <a:noFill/>
                <a:prstDash val="dash"/>
              </a:ln>
              <a:solidFill>
                <a:schemeClr val="dk1">
                  <a:lumMod val="75000"/>
                  <a:lumOff val="25000"/>
                </a:schemeClr>
              </a:solidFill>
              <a:uFillTx/>
              <a:latin typeface="微软雅黑" charset="-122"/>
              <a:ea typeface="微软雅黑" charset="-122"/>
              <a:cs typeface="微软雅黑" charset="-122"/>
            </a:endParaRPr>
          </a:p>
        </p:txBody>
      </p:sp>
    </p:spTree>
    <p:custDataLst>
      <p:tags r:id="rId4"/>
    </p:custData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2871788" y="1833562"/>
            <a:ext cx="3395663" cy="552450"/>
          </a:xfrm>
          <a:prstGeom prst="rect">
            <a:avLst/>
          </a:prstGeom>
          <a:noFill/>
        </p:spPr>
        <p:txBody>
          <a:bodyPr wrap="square" rtlCol="0" anchor="ctr"/>
          <a:lstStyle/>
          <a:p>
            <a:pPr marL="0" indent="0" algn="ctr">
              <a:buNone/>
            </a:pPr>
            <a:r>
              <a:rPr lang="en-US" sz="2560" b="1" dirty="0">
                <a:solidFill>
                  <a:srgbClr val="144A82"/>
                </a:solidFill>
                <a:latin typeface="Noto Sans SC" pitchFamily="34" charset="0"/>
                <a:ea typeface="Noto Sans SC" pitchFamily="34" charset="-122"/>
                <a:cs typeface="Noto Sans SC" pitchFamily="34" charset="-120"/>
              </a:rPr>
              <a:t>THE END</a:t>
            </a:r>
            <a:endParaRPr lang="en-US" sz="2560" dirty="0"/>
          </a:p>
        </p:txBody>
      </p:sp>
      <p:sp>
        <p:nvSpPr>
          <p:cNvPr id="3" name="Text 1"/>
          <p:cNvSpPr/>
          <p:nvPr/>
        </p:nvSpPr>
        <p:spPr>
          <a:xfrm>
            <a:off x="2871788" y="2276475"/>
            <a:ext cx="3395663" cy="1033463"/>
          </a:xfrm>
          <a:prstGeom prst="rect">
            <a:avLst/>
          </a:prstGeom>
          <a:noFill/>
        </p:spPr>
        <p:txBody>
          <a:bodyPr wrap="square" rtlCol="0" anchor="ctr"/>
          <a:lstStyle/>
          <a:p>
            <a:pPr marL="0" indent="0" algn="ctr">
              <a:buNone/>
            </a:pPr>
            <a:r>
              <a:rPr lang="en-US" sz="4800" b="1" dirty="0">
                <a:solidFill>
                  <a:srgbClr val="000000"/>
                </a:solidFill>
                <a:latin typeface="Noto Sans SC" pitchFamily="34" charset="0"/>
                <a:ea typeface="Noto Sans SC" pitchFamily="34" charset="-122"/>
                <a:cs typeface="Noto Sans SC" pitchFamily="34" charset="-120"/>
              </a:rPr>
              <a:t>THANKS</a:t>
            </a:r>
            <a:endParaRPr lang="en-US" sz="4800" dirty="0"/>
          </a:p>
        </p:txBody>
      </p:sp>
    </p:spTree>
  </p:cSld>
  <p:clrMapOvr>
    <a:masterClrMapping/>
  </p:clrMapOvr>
</p:sld>
</file>

<file path=ppt/tags/tag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4.xml><?xml version="1.0" encoding="utf-8"?>
<p:tagLst xmlns:p="http://schemas.openxmlformats.org/presentationml/2006/main">
  <p:tag name="KSO_WM_BEAUTIFY_FLAG" val=""/>
</p:tagLst>
</file>

<file path=ppt/tags/tag5.xml><?xml version="1.0" encoding="utf-8"?>
<p:tagLst xmlns:p="http://schemas.openxmlformats.org/presentationml/2006/main">
  <p:tag name="KSO_WM_BEAUTIFY_FLAG" val=""/>
</p:tagLst>
</file>

<file path=ppt/tags/tag6.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地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地表达观点，往往事半功倍。当您的内容到达这个限度时，或许已经不纯粹作用于演示，极大可能运用于阅读领域；无论是传播观点、知识分享还是汇报工作。"/>
  <p:tag name="KSO_WM_UNIT_NOCLEAR" val="0"/>
  <p:tag name="KSO_WM_UNIT_HIGHLIGHT" val="0"/>
  <p:tag name="KSO_WM_UNIT_COMPATIBLE" val="0"/>
  <p:tag name="KSO_WM_UNIT_DIAGRAM_ISNUMVISUAL" val="0"/>
  <p:tag name="KSO_WM_UNIT_DIAGRAM_ISREFERUNIT" val="0"/>
  <p:tag name="KSO_WM_UNIT_TYPE" val="f"/>
  <p:tag name="KSO_WM_UNIT_INDEX" val="2"/>
  <p:tag name="KSO_WM_UNIT_ID" val="diagram20229668_1*f*2"/>
  <p:tag name="KSO_WM_TEMPLATE_CATEGORY" val="diagram"/>
  <p:tag name="KSO_WM_TEMPLATE_INDEX" val="20229668"/>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57535c953f348b095a9077d02ae5548"/>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rm&quot;,&quot;fill_mode&quot;:&quot;full&quot;,&quot;sacle_strategy&quot;:&quot;smart&quot;}"/>
  <p:tag name="KSO_WM_ASSEMBLE_CHIP_INDEX" val="a7116afc4cb14e358e090111562d1ce9"/>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39afb960c9383becde695ca"/>
  <p:tag name="KSO_WM_TEMPLATE_ASSEMBLE_GROUPID" val="639afb960c9383becde695ca"/>
</p:tagLst>
</file>

<file path=ppt/tags/tag7.xml><?xml version="1.0" encoding="utf-8"?>
<p:tagLst xmlns:p="http://schemas.openxmlformats.org/presentationml/2006/main">
  <p:tag name="KSO_WM_BEAUTIFY_FLAG" val="#wm#"/>
  <p:tag name="KSO_WM_TEMPLATE_CATEGORY" val="diagram"/>
  <p:tag name="KSO_WM_TEMPLATE_INDEX" val="20229668"/>
  <p:tag name="KSO_WM_SLIDE_LAYOUT_INFO" val="{&quot;backgroundInfo&quot;:[{&quot;bottom&quot;:0,&quot;bottomAbs&quot;:false,&quot;left&quot;:0,&quot;leftAbs&quot;:false,&quot;right&quot;:0,&quot;rightAbs&quot;:false,&quot;top&quot;:0,&quot;topAbs&quot;:false,&quot;type&quot;:&quot;general&quot;},{&quot;bottom&quot;:0,&quot;bottomAbs&quot;:false,&quot;left&quot;:0,&quot;leftAbs&quot;:false,&quot;right&quot;:0,&quot;rightAbs&quot;:false,&quot;top&quot;:0,&quot;topAbs&quot;:false,&quot;type&quot;:&quot;frame&quot;}],&quot;direction&quot;:1,&quot;id&quot;:&quot;2022-12-15T18:48:54&quot;,&quot;maxSize&quot;:{&quot;size1&quot;:68.8},&quot;minSize&quot;:{&quot;size1&quot;:41.2},&quot;normalSize&quot;:{&quot;size1&quot;:58.12083333333333},&quot;subLayout&quot;:[{&quot;id&quot;:&quot;2022-12-15T18:48:54&quot;,&quot;margin&quot;:{&quot;bottom&quot;:1.6929999589920044,&quot;left&quot;:1.6929999589920044,&quot;right&quot;:0.0010000000474974513,&quot;top&quot;:1.6929999589920044},&quot;type&quot;:0},{&quot;id&quot;:&quot;2022-12-15T18:48:54&quot;,&quot;margin&quot;:{&quot;bottom&quot;:1.6929999589920044,&quot;left&quot;:0.847000002861023,&quot;right&quot;:1.6929999589920044,&quot;top&quot;:1.6929999589920044},&quot;type&quot;:0}],&quot;type&quot;:0}"/>
  <p:tag name="KSO_WM_SLIDE_CAN_ADD_NAVIGATION" val="1"/>
  <p:tag name="KSO_WM_SLIDE_BACKGROUND" val="[&quot;general&quot;,&quot;frame&quot;]"/>
  <p:tag name="KSO_WM_SLIDE_RATIO" val="1.777778"/>
  <p:tag name="KSO_WM_CHIP_INFOS" val="{&quot;type&quot;:0,&quot;layout_type&quot;:&quot;leftright&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slide_type&quot;:[&quot;text&quot;]}"/>
  <p:tag name="KSO_WM_SLIDE_ID" val="diagram20229668_1"/>
  <p:tag name="KSO_WM_TEMPLATE_SUBCATEGORY" val="21"/>
  <p:tag name="KSO_WM_TEMPLATE_MASTER_TYPE" val="0"/>
  <p:tag name="KSO_WM_TEMPLATE_COLOR_TYPE" val="1"/>
  <p:tag name="KSO_WM_SLIDE_TYPE" val="text"/>
  <p:tag name="KSO_WM_SLIDE_SUBTYPE" val="pureTxt"/>
  <p:tag name="KSO_WM_SLIDE_ITEM_CNT" val="0"/>
  <p:tag name="KSO_WM_SLIDE_INDEX" val="1"/>
  <p:tag name="KSO_WM_SLIDE_SIZE" val="864*312"/>
  <p:tag name="KSO_WM_SLIDE_POSITION" val="48*108"/>
  <p:tag name="KSO_WM_TAG_VERSION" val="1.0"/>
  <p:tag name="KSO_WM_SLIDE_LAYOUT" val="f"/>
  <p:tag name="KSO_WM_SLIDE_LAYOUT_CNT" val="2"/>
  <p:tag name="KSO_WM_CHIP_FILLPROP" val="[[{&quot;text_align&quot;:&quot;lm&quot;,&quot;text_direction&quot;:&quot;horizontal&quot;,&quot;support_big_font&quot;:true,&quot;picture_toward&quot;:0,&quot;picture_dockside&quot;:[],&quot;fill_id&quot;:&quot;b1ca9882ea204a398455f26abcade545&quot;,&quot;fill_align&quot;:&quot;lm&quot;,&quot;chip_types&quot;:[&quot;header&quot;]},{&quot;text_align&quot;:&quot;lm&quot;,&quot;text_direction&quot;:&quot;horizontal&quot;,&quot;support_big_font&quot;:false,&quot;picture_toward&quot;:0,&quot;picture_dockside&quot;:[],&quot;fill_id&quot;:&quot;abb97a4f557c487bb47a9ee8b2ccc461&quot;,&quot;fill_align&quot;:&quot;rm&quot;,&quot;chip_types&quot;:[&quot;text&quot;,&quot;picture&quot;,&quot;video&quot;]}],[{&quot;text_align&quot;:&quot;cm&quot;,&quot;text_direction&quot;:&quot;horizontal&quot;,&quot;support_big_font&quot;:true,&quot;picture_toward&quot;:0,&quot;picture_dockside&quot;:[],&quot;fill_id&quot;:&quot;b1ca9882ea204a398455f26abcade545&quot;,&quot;fill_align&quot;:&quot;cm&quot;,&quot;chip_types&quot;:[&quot;header&quot;]},{&quot;text_align&quot;:&quot;cm&quot;,&quot;text_direction&quot;:&quot;horizontal&quot;,&quot;support_big_font&quot;:false,&quot;picture_toward&quot;:0,&quot;picture_dockside&quot;:[],&quot;fill_id&quot;:&quot;abb97a4f557c487bb47a9ee8b2ccc461&quot;,&quot;fill_align&quot;:&quot;cm&quot;,&quot;chip_types&quot;:[&quot;picture&quot;,&quot;chart&quot;,&quot;table&quot;,&quot;video&quot;]}],[{&quot;text_align&quot;:&quot;lm&quot;,&quot;text_direction&quot;:&quot;horizontal&quot;,&quot;support_big_font&quot;:false,&quot;picture_toward&quot;:0,&quot;picture_dockside&quot;:[],&quot;fill_id&quot;:&quot;b1ca9882ea204a398455f26abcade545&quot;,&quot;fill_align&quot;:&quot;lm&quot;,&quot;chip_types&quot;:[&quot;text&quot;]},{&quot;text_align&quot;:&quot;cm&quot;,&quot;text_direction&quot;:&quot;horizontal&quot;,&quot;support_big_font&quot;:false,&quot;picture_toward&quot;:0,&quot;picture_dockside&quot;:[],&quot;fill_id&quot;:&quot;abb97a4f557c487bb47a9ee8b2ccc461&quot;,&quot;fill_align&quot;:&quot;cm&quot;,&quot;chip_types&quot;:[&quot;diagram&quot;,&quot;pictext&quot;,&quot;picture&quot;,&quot;chart&quot;,&quot;table&quot;,&quot;video&quot;]}],[{&quot;text_align&quot;:&quot;lm&quot;,&quot;text_direction&quot;:&quot;horizontal&quot;,&quot;support_big_font&quot;:false,&quot;picture_toward&quot;:0,&quot;picture_dockside&quot;:[],&quot;fill_id&quot;:&quot;b1ca9882ea204a398455f26abcade545&quot;,&quot;fill_align&quot;:&quot;lm&quot;,&quot;chip_types&quot;:[&quot;text&quot;]},{&quot;text_align&quot;:&quot;lm&quot;,&quot;text_direction&quot;:&quot;horizontal&quot;,&quot;support_big_font&quot;:false,&quot;picture_toward&quot;:0,&quot;picture_dockside&quot;:[],&quot;fill_id&quot;:&quot;abb97a4f557c487bb47a9ee8b2ccc461&quot;,&quot;fill_align&quot;:&quot;rm&quot;,&quot;chip_types&quot;:[&quot;diagram&quot;,&quot;pictext&quot;,&quot;text&quot;,&quot;picture&quot;,&quot;chart&quot;,&quot;table&quot;,&quot;video&quot;]}]]"/>
  <p:tag name="KSO_WM_CHIP_XID" val="5eeae177a758c1ec0b7087df"/>
  <p:tag name="KSO_WM_CHIP_DECFILLPROP" val="[]"/>
  <p:tag name="KSO_WM_CHIP_GROUPID" val="5eeae177a758c1ec0b7087de"/>
  <p:tag name="KSO_WM_SLIDE_BK_DARK_LIGHT" val="2"/>
  <p:tag name="KSO_WM_SLIDE_BACKGROUND_TYPE" val="frame"/>
  <p:tag name="KSO_WM_SLIDE_SUPPORT_FEATURE_TYPE" val="0"/>
  <p:tag name="KSO_WM_TEMPLATE_ASSEMBLE_XID" val="639afb960c9383becde695ca"/>
  <p:tag name="KSO_WM_TEMPLATE_ASSEMBLE_GROUPID" val="639afb960c9383becde695ca"/>
</p:tagLst>
</file>

<file path=ppt/tags/tag8.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地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地表达观点，往往事半功倍。当您的内容到达这个限度时，或许已经不纯粹作用于演示，极大可能运用于阅读领域；无论是传播观点、知识分享还是汇报工作。"/>
  <p:tag name="KSO_WM_UNIT_NOCLEAR" val="0"/>
  <p:tag name="KSO_WM_UNIT_HIGHLIGHT" val="0"/>
  <p:tag name="KSO_WM_UNIT_COMPATIBLE" val="0"/>
  <p:tag name="KSO_WM_UNIT_DIAGRAM_ISNUMVISUAL" val="0"/>
  <p:tag name="KSO_WM_UNIT_DIAGRAM_ISREFERUNIT" val="0"/>
  <p:tag name="KSO_WM_UNIT_TYPE" val="f"/>
  <p:tag name="KSO_WM_UNIT_INDEX" val="2"/>
  <p:tag name="KSO_WM_UNIT_ID" val="diagram20229668_1*f*2"/>
  <p:tag name="KSO_WM_TEMPLATE_CATEGORY" val="diagram"/>
  <p:tag name="KSO_WM_TEMPLATE_INDEX" val="20229668"/>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57535c953f348b095a9077d02ae5548"/>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rm&quot;,&quot;fill_mode&quot;:&quot;full&quot;,&quot;sacle_strategy&quot;:&quot;smart&quot;}"/>
  <p:tag name="KSO_WM_ASSEMBLE_CHIP_INDEX" val="a7116afc4cb14e358e090111562d1ce9"/>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39afb960c9383becde695ca"/>
  <p:tag name="KSO_WM_TEMPLATE_ASSEMBLE_GROUPID" val="639afb960c9383becde695ca"/>
</p:tagLst>
</file>

<file path=ppt/tags/tag9.xml><?xml version="1.0" encoding="utf-8"?>
<p:tagLst xmlns:p="http://schemas.openxmlformats.org/presentationml/2006/main">
  <p:tag name="KSO_WM_BEAUTIFY_FLAG" val=""/>
</p:tagLst>
</file>

<file path=ppt/tags/tag10.xml><?xml version="1.0" encoding="utf-8"?>
<p:tagLst xmlns:p="http://schemas.openxmlformats.org/presentationml/2006/main">
  <p:tag name="KSO_WM_BEAUTIFY_FLAG" val="#wm#"/>
  <p:tag name="KSO_WM_TEMPLATE_CATEGORY" val="diagram"/>
  <p:tag name="KSO_WM_TEMPLATE_INDEX" val="20229668"/>
  <p:tag name="KSO_WM_SLIDE_LAYOUT_INFO" val="{&quot;backgroundInfo&quot;:[{&quot;bottom&quot;:0,&quot;bottomAbs&quot;:false,&quot;left&quot;:0,&quot;leftAbs&quot;:false,&quot;right&quot;:0,&quot;rightAbs&quot;:false,&quot;top&quot;:0,&quot;topAbs&quot;:false,&quot;type&quot;:&quot;general&quot;},{&quot;bottom&quot;:0,&quot;bottomAbs&quot;:false,&quot;left&quot;:0,&quot;leftAbs&quot;:false,&quot;right&quot;:0,&quot;rightAbs&quot;:false,&quot;top&quot;:0,&quot;topAbs&quot;:false,&quot;type&quot;:&quot;frame&quot;}],&quot;direction&quot;:1,&quot;id&quot;:&quot;2022-12-15T18:48:54&quot;,&quot;maxSize&quot;:{&quot;size1&quot;:68.8},&quot;minSize&quot;:{&quot;size1&quot;:41.2},&quot;normalSize&quot;:{&quot;size1&quot;:58.12083333333333},&quot;subLayout&quot;:[{&quot;id&quot;:&quot;2022-12-15T18:48:54&quot;,&quot;margin&quot;:{&quot;bottom&quot;:1.6929999589920044,&quot;left&quot;:1.6929999589920044,&quot;right&quot;:0.0010000000474974513,&quot;top&quot;:1.6929999589920044},&quot;type&quot;:0},{&quot;id&quot;:&quot;2022-12-15T18:48:54&quot;,&quot;margin&quot;:{&quot;bottom&quot;:1.6929999589920044,&quot;left&quot;:0.847000002861023,&quot;right&quot;:1.6929999589920044,&quot;top&quot;:1.6929999589920044},&quot;type&quot;:0}],&quot;type&quot;:0}"/>
  <p:tag name="KSO_WM_SLIDE_CAN_ADD_NAVIGATION" val="1"/>
  <p:tag name="KSO_WM_SLIDE_BACKGROUND" val="[&quot;general&quot;,&quot;frame&quot;]"/>
  <p:tag name="KSO_WM_SLIDE_RATIO" val="1.777778"/>
  <p:tag name="KSO_WM_CHIP_INFOS" val="{&quot;type&quot;:0,&quot;layout_type&quot;:&quot;leftright&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slide_type&quot;:[&quot;text&quot;]}"/>
  <p:tag name="KSO_WM_SLIDE_ID" val="diagram20229668_1"/>
  <p:tag name="KSO_WM_TEMPLATE_SUBCATEGORY" val="21"/>
  <p:tag name="KSO_WM_TEMPLATE_MASTER_TYPE" val="0"/>
  <p:tag name="KSO_WM_TEMPLATE_COLOR_TYPE" val="1"/>
  <p:tag name="KSO_WM_SLIDE_TYPE" val="text"/>
  <p:tag name="KSO_WM_SLIDE_SUBTYPE" val="pureTxt"/>
  <p:tag name="KSO_WM_SLIDE_ITEM_CNT" val="0"/>
  <p:tag name="KSO_WM_SLIDE_INDEX" val="1"/>
  <p:tag name="KSO_WM_SLIDE_SIZE" val="864*312"/>
  <p:tag name="KSO_WM_SLIDE_POSITION" val="48*108"/>
  <p:tag name="KSO_WM_TAG_VERSION" val="1.0"/>
  <p:tag name="KSO_WM_SLIDE_LAYOUT" val="f"/>
  <p:tag name="KSO_WM_SLIDE_LAYOUT_CNT" val="2"/>
  <p:tag name="KSO_WM_CHIP_FILLPROP" val="[[{&quot;text_align&quot;:&quot;lm&quot;,&quot;text_direction&quot;:&quot;horizontal&quot;,&quot;support_big_font&quot;:true,&quot;picture_toward&quot;:0,&quot;picture_dockside&quot;:[],&quot;fill_id&quot;:&quot;b1ca9882ea204a398455f26abcade545&quot;,&quot;fill_align&quot;:&quot;lm&quot;,&quot;chip_types&quot;:[&quot;header&quot;]},{&quot;text_align&quot;:&quot;lm&quot;,&quot;text_direction&quot;:&quot;horizontal&quot;,&quot;support_big_font&quot;:false,&quot;picture_toward&quot;:0,&quot;picture_dockside&quot;:[],&quot;fill_id&quot;:&quot;abb97a4f557c487bb47a9ee8b2ccc461&quot;,&quot;fill_align&quot;:&quot;rm&quot;,&quot;chip_types&quot;:[&quot;text&quot;,&quot;picture&quot;,&quot;video&quot;]}],[{&quot;text_align&quot;:&quot;cm&quot;,&quot;text_direction&quot;:&quot;horizontal&quot;,&quot;support_big_font&quot;:true,&quot;picture_toward&quot;:0,&quot;picture_dockside&quot;:[],&quot;fill_id&quot;:&quot;b1ca9882ea204a398455f26abcade545&quot;,&quot;fill_align&quot;:&quot;cm&quot;,&quot;chip_types&quot;:[&quot;header&quot;]},{&quot;text_align&quot;:&quot;cm&quot;,&quot;text_direction&quot;:&quot;horizontal&quot;,&quot;support_big_font&quot;:false,&quot;picture_toward&quot;:0,&quot;picture_dockside&quot;:[],&quot;fill_id&quot;:&quot;abb97a4f557c487bb47a9ee8b2ccc461&quot;,&quot;fill_align&quot;:&quot;cm&quot;,&quot;chip_types&quot;:[&quot;picture&quot;,&quot;chart&quot;,&quot;table&quot;,&quot;video&quot;]}],[{&quot;text_align&quot;:&quot;lm&quot;,&quot;text_direction&quot;:&quot;horizontal&quot;,&quot;support_big_font&quot;:false,&quot;picture_toward&quot;:0,&quot;picture_dockside&quot;:[],&quot;fill_id&quot;:&quot;b1ca9882ea204a398455f26abcade545&quot;,&quot;fill_align&quot;:&quot;lm&quot;,&quot;chip_types&quot;:[&quot;text&quot;]},{&quot;text_align&quot;:&quot;cm&quot;,&quot;text_direction&quot;:&quot;horizontal&quot;,&quot;support_big_font&quot;:false,&quot;picture_toward&quot;:0,&quot;picture_dockside&quot;:[],&quot;fill_id&quot;:&quot;abb97a4f557c487bb47a9ee8b2ccc461&quot;,&quot;fill_align&quot;:&quot;cm&quot;,&quot;chip_types&quot;:[&quot;diagram&quot;,&quot;pictext&quot;,&quot;picture&quot;,&quot;chart&quot;,&quot;table&quot;,&quot;video&quot;]}],[{&quot;text_align&quot;:&quot;lm&quot;,&quot;text_direction&quot;:&quot;horizontal&quot;,&quot;support_big_font&quot;:false,&quot;picture_toward&quot;:0,&quot;picture_dockside&quot;:[],&quot;fill_id&quot;:&quot;b1ca9882ea204a398455f26abcade545&quot;,&quot;fill_align&quot;:&quot;lm&quot;,&quot;chip_types&quot;:[&quot;text&quot;]},{&quot;text_align&quot;:&quot;lm&quot;,&quot;text_direction&quot;:&quot;horizontal&quot;,&quot;support_big_font&quot;:false,&quot;picture_toward&quot;:0,&quot;picture_dockside&quot;:[],&quot;fill_id&quot;:&quot;abb97a4f557c487bb47a9ee8b2ccc461&quot;,&quot;fill_align&quot;:&quot;rm&quot;,&quot;chip_types&quot;:[&quot;diagram&quot;,&quot;pictext&quot;,&quot;text&quot;,&quot;picture&quot;,&quot;chart&quot;,&quot;table&quot;,&quot;video&quot;]}]]"/>
  <p:tag name="KSO_WM_CHIP_XID" val="5eeae177a758c1ec0b7087df"/>
  <p:tag name="KSO_WM_CHIP_DECFILLPROP" val="[]"/>
  <p:tag name="KSO_WM_CHIP_GROUPID" val="5eeae177a758c1ec0b7087de"/>
  <p:tag name="KSO_WM_SLIDE_BK_DARK_LIGHT" val="2"/>
  <p:tag name="KSO_WM_SLIDE_BACKGROUND_TYPE" val="frame"/>
  <p:tag name="KSO_WM_SLIDE_SUPPORT_FEATURE_TYPE" val="0"/>
  <p:tag name="KSO_WM_TEMPLATE_ASSEMBLE_XID" val="639afb960c9383becde695ca"/>
  <p:tag name="KSO_WM_TEMPLATE_ASSEMBLE_GROUPID" val="639afb960c9383becde695ca"/>
</p:tagLst>
</file>

<file path=ppt/tags/tag11.xml><?xml version="1.0" encoding="utf-8"?>
<p:tagLst xmlns:p="http://schemas.openxmlformats.org/presentationml/2006/main">
  <p:tag name="KSO_WM_UNIT_ISCONTENTSTITLE" val="0"/>
  <p:tag name="KSO_WM_UNIT_ISNUMDGMTITLE" val="0"/>
  <p:tag name="KSO_WM_UNIT_NOCLEAR" val="0"/>
  <p:tag name="KSO_WM_UNIT_VALUE" val="12"/>
  <p:tag name="KSO_WM_UNIT_HIGHLIGHT" val="0"/>
  <p:tag name="KSO_WM_UNIT_COMPATIBLE" val="0"/>
  <p:tag name="KSO_WM_UNIT_DIAGRAM_ISNUMVISUAL" val="0"/>
  <p:tag name="KSO_WM_UNIT_DIAGRAM_ISREFERUNIT" val="0"/>
  <p:tag name="KSO_WM_UNIT_TYPE" val="a"/>
  <p:tag name="KSO_WM_UNIT_INDEX" val="1"/>
  <p:tag name="KSO_WM_UNIT_ID" val="diagram20212714_1*a*1"/>
  <p:tag name="KSO_WM_TEMPLATE_CATEGORY" val="diagram"/>
  <p:tag name="KSO_WM_TEMPLATE_INDEX" val="20212714"/>
  <p:tag name="KSO_WM_UNIT_LAYERLEVEL" val="1"/>
  <p:tag name="KSO_WM_TAG_VERSION" val="1.0"/>
  <p:tag name="KSO_WM_BEAUTIFY_FLAG" val="#wm#"/>
  <p:tag name="KSO_WM_UNIT_PRESET_TEXT" val="添加标题"/>
  <p:tag name="KSO_WM_UNIT_DEFAULT_FONT" val="24;44;4"/>
  <p:tag name="KSO_WM_UNIT_BLOCK" val="0"/>
  <p:tag name="KSO_WM_UNIT_SHOW_EDIT_AREA_INDICATION" val="1"/>
  <p:tag name="KSO_WM_CHIP_GROUPID" val="5e7881253197e252a37019b5"/>
  <p:tag name="KSO_WM_CHIP_XID" val="5e7881253197e252a37019b6"/>
  <p:tag name="KSO_WM_UNIT_DEC_AREA_ID" val="e3986779d47b437e9a7bcceaa0799318"/>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04962f4bf2324ef3b09e7cf60b5eeece"/>
  <p:tag name="KSO_WM_UNIT_SUPPORT_UNIT_TYPE" val="[&quot;d&quot;]"/>
  <p:tag name="KSO_WM_UNIT_TEXT_FILL_FORE_SCHEMECOLOR_INDEX_BRIGHTNESS" val="0"/>
  <p:tag name="KSO_WM_UNIT_TEXT_FILL_FORE_SCHEMECOLOR_INDEX" val="13"/>
  <p:tag name="KSO_WM_UNIT_TEXT_FILL_TYPE" val="1"/>
  <p:tag name="KSO_WM_TEMPLATE_ASSEMBLE_XID" val="60656f654054ed1e2fb80950"/>
  <p:tag name="KSO_WM_TEMPLATE_ASSEMBLE_GROUPID" val="60656f654054ed1e2fb80950"/>
</p:tagLst>
</file>

<file path=ppt/tags/tag12.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2714_1*f*1"/>
  <p:tag name="KSO_WM_TEMPLATE_CATEGORY" val="diagram"/>
  <p:tag name="KSO_WM_TEMPLATE_INDEX" val="20212714"/>
  <p:tag name="KSO_WM_UNIT_LAYERLEVEL" val="1"/>
  <p:tag name="KSO_WM_TAG_VERSION" val="1.0"/>
  <p:tag name="KSO_WM_BEAUTIFY_FLAG" val="#wm#"/>
  <p:tag name="KSO_WM_UNIT_DEFAULT_FONT" val="14;20;2"/>
  <p:tag name="KSO_WM_UNIT_BLOCK" val="0"/>
  <p:tag name="KSO_WM_UNIT_VALUE" val="360"/>
  <p:tag name="KSO_WM_UNIT_SHOW_EDIT_AREA_INDICATION" val="1"/>
  <p:tag name="KSO_WM_CHIP_GROUPID" val="5e6b05596848fb12bee65ac8"/>
  <p:tag name="KSO_WM_CHIP_XID" val="5e6b05596848fb12bee65aca"/>
  <p:tag name="KSO_WM_UNIT_DEC_AREA_ID" val="ceba2ff137764a2cb099cf38dcc5e06d"/>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35be29bdeaee45e7b8930b6da511961f"/>
  <p:tag name="KSO_WM_UNIT_SUPPORT_UNIT_TYPE" val="[&quot;d&quot;]"/>
  <p:tag name="KSO_WM_UNIT_TEXT_FILL_FORE_SCHEMECOLOR_INDEX_BRIGHTNESS" val="0.25"/>
  <p:tag name="KSO_WM_UNIT_TEXT_FILL_FORE_SCHEMECOLOR_INDEX" val="13"/>
  <p:tag name="KSO_WM_UNIT_TEXT_FILL_TYPE" val="1"/>
  <p:tag name="KSO_WM_TEMPLATE_ASSEMBLE_XID" val="60656f654054ed1e2fb80950"/>
  <p:tag name="KSO_WM_TEMPLATE_ASSEMBLE_GROUPID" val="60656f654054ed1e2fb80950"/>
</p:tagLst>
</file>

<file path=ppt/tags/tag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12714_1*i*1"/>
  <p:tag name="KSO_WM_TEMPLATE_CATEGORY" val="diagram"/>
  <p:tag name="KSO_WM_TEMPLATE_INDEX" val="20212714"/>
  <p:tag name="KSO_WM_UNIT_LAYERLEVEL" val="1"/>
  <p:tag name="KSO_WM_TAG_VERSION" val="1.0"/>
  <p:tag name="KSO_WM_BEAUTIFY_FLAG" val="#wm#"/>
  <p:tag name="KSO_WM_UNIT_BLOCK" val="0"/>
  <p:tag name="KSO_WM_UNIT_SM_LIMIT_TYPE" val="3"/>
  <p:tag name="KSO_WM_UNIT_DEC_AREA_ID" val="3f827eed98b24e1989a2b0c673c6666a"/>
  <p:tag name="KSO_WM_UNIT_DECORATE_INFO" val="{&quot;DecorateInfoH&quot;:{&quot;IsAbs&quot;:true},&quot;DecorateInfoW&quot;:{&quot;IsAbs&quot;:false},&quot;DecorateInfoX&quot;:{&quot;IsAbs&quot;:true,&quot;Pos&quot;:1},&quot;DecorateInfoY&quot;:{&quot;IsAbs&quot;:true,&quot;Pos&quot;:2},&quot;ReferentInfo&quot;:{&quot;Id&quot;:&quot;e3986779d47b437e9a7bcceaa0799318&quot;,&quot;X&quot;:{&quot;Pos&quot;:1},&quot;Y&quot;:{&quot;Pos&quot;:0}},&quot;whChangeMode&quot;:0}"/>
  <p:tag name="KSO_WM_CHIP_GROUPID" val="5f71a5bf747e3ea6e293b57c"/>
  <p:tag name="KSO_WM_CHIP_XID" val="5f71ae53747e3ea6e293f8b1"/>
  <p:tag name="KSO_WM_UNIT_FILL_FORE_SCHEMECOLOR_INDEX_BRIGHTNESS" val="0"/>
  <p:tag name="KSO_WM_UNIT_FILL_FORE_SCHEMECOLOR_INDEX" val="15"/>
  <p:tag name="KSO_WM_UNIT_FILL_TYPE" val="1"/>
  <p:tag name="KSO_WM_UNIT_TEXT_FILL_FORE_SCHEMECOLOR_INDEX_BRIGHTNESS" val="0"/>
  <p:tag name="KSO_WM_UNIT_TEXT_FILL_FORE_SCHEMECOLOR_INDEX" val="2"/>
  <p:tag name="KSO_WM_UNIT_TEXT_FILL_TYPE" val="1"/>
  <p:tag name="KSO_WM_UNIT_VALUE" val="30"/>
  <p:tag name="KSO_WM_TEMPLATE_ASSEMBLE_XID" val="60656f654054ed1e2fb80950"/>
  <p:tag name="KSO_WM_TEMPLATE_ASSEMBLE_GROUPID" val="60656f654054ed1e2fb80950"/>
</p:tagLst>
</file>

<file path=ppt/tags/tag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diagram20212714_1*i*2"/>
  <p:tag name="KSO_WM_TEMPLATE_CATEGORY" val="diagram"/>
  <p:tag name="KSO_WM_TEMPLATE_INDEX" val="20212714"/>
  <p:tag name="KSO_WM_UNIT_LAYERLEVEL" val="1"/>
  <p:tag name="KSO_WM_TAG_VERSION" val="1.0"/>
  <p:tag name="KSO_WM_BEAUTIFY_FLAG" val="#wm#"/>
  <p:tag name="KSO_WM_UNIT_BLOCK" val="0"/>
  <p:tag name="KSO_WM_UNIT_SM_LIMIT_TYPE" val="3"/>
  <p:tag name="KSO_WM_UNIT_DEC_AREA_ID" val="a00468fe66f44b08aef719e85195a2dc"/>
  <p:tag name="KSO_WM_UNIT_DECORATE_INFO" val="{&quot;DecorateInfoH&quot;:{&quot;IsAbs&quot;:true},&quot;DecorateInfoW&quot;:{&quot;IsAbs&quot;:false},&quot;DecorateInfoX&quot;:{&quot;IsAbs&quot;:true,&quot;Pos&quot;:1},&quot;DecorateInfoY&quot;:{&quot;IsAbs&quot;:true,&quot;Pos&quot;:0},&quot;ReferentInfo&quot;:{&quot;Id&quot;:&quot;e3986779d47b437e9a7bcceaa0799318&quot;,&quot;X&quot;:{&quot;Pos&quot;:1},&quot;Y&quot;:{&quot;Pos&quot;:0}},&quot;whChangeMode&quot;:0}"/>
  <p:tag name="KSO_WM_CHIP_GROUPID" val="5f71a5bf747e3ea6e293b57c"/>
  <p:tag name="KSO_WM_CHIP_XID" val="5f71ae53747e3ea6e293f8b1"/>
  <p:tag name="KSO_WM_UNIT_FILL_FORE_SCHEMECOLOR_INDEX_BRIGHTNESS" val="0"/>
  <p:tag name="KSO_WM_UNIT_FILL_FORE_SCHEMECOLOR_INDEX" val="15"/>
  <p:tag name="KSO_WM_UNIT_FILL_TYPE" val="1"/>
  <p:tag name="KSO_WM_UNIT_TEXT_FILL_FORE_SCHEMECOLOR_INDEX_BRIGHTNESS" val="0"/>
  <p:tag name="KSO_WM_UNIT_TEXT_FILL_FORE_SCHEMECOLOR_INDEX" val="2"/>
  <p:tag name="KSO_WM_UNIT_TEXT_FILL_TYPE" val="1"/>
  <p:tag name="KSO_WM_UNIT_VALUE" val="6"/>
  <p:tag name="KSO_WM_TEMPLATE_ASSEMBLE_XID" val="60656f654054ed1e2fb80950"/>
  <p:tag name="KSO_WM_TEMPLATE_ASSEMBLE_GROUPID" val="60656f654054ed1e2fb80950"/>
</p:tagLst>
</file>

<file path=ppt/tags/tag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3"/>
  <p:tag name="KSO_WM_UNIT_ID" val="diagram20212714_1*i*3"/>
  <p:tag name="KSO_WM_TEMPLATE_CATEGORY" val="diagram"/>
  <p:tag name="KSO_WM_TEMPLATE_INDEX" val="20212714"/>
  <p:tag name="KSO_WM_UNIT_LAYERLEVEL" val="1"/>
  <p:tag name="KSO_WM_TAG_VERSION" val="1.0"/>
  <p:tag name="KSO_WM_BEAUTIFY_FLAG" val="#wm#"/>
  <p:tag name="KSO_WM_UNIT_BLOCK" val="0"/>
  <p:tag name="KSO_WM_UNIT_SM_LIMIT_TYPE" val="3"/>
  <p:tag name="KSO_WM_UNIT_DEC_AREA_ID" val="9f2891235ccd4efb8a37b7e1155163d5"/>
  <p:tag name="KSO_WM_UNIT_DECORATE_INFO" val="{&quot;DecorateInfoH&quot;:{&quot;IsAbs&quot;:true},&quot;DecorateInfoW&quot;:{&quot;IsAbs&quot;:false},&quot;DecorateInfoX&quot;:{&quot;IsAbs&quot;:true,&quot;Pos&quot;:1},&quot;DecorateInfoY&quot;:{&quot;IsAbs&quot;:true,&quot;Pos&quot;:0},&quot;ReferentInfo&quot;:{&quot;Id&quot;:&quot;e3986779d47b437e9a7bcceaa0799318&quot;,&quot;X&quot;:{&quot;Pos&quot;:1},&quot;Y&quot;:{&quot;Pos&quot;:2}},&quot;whChangeMode&quot;:0}"/>
  <p:tag name="KSO_WM_CHIP_GROUPID" val="5f71a5bf747e3ea6e293b57c"/>
  <p:tag name="KSO_WM_CHIP_XID" val="5f71ae53747e3ea6e293f8b1"/>
  <p:tag name="KSO_WM_UNIT_FILL_FORE_SCHEMECOLOR_INDEX_BRIGHTNESS" val="0"/>
  <p:tag name="KSO_WM_UNIT_FILL_FORE_SCHEMECOLOR_INDEX" val="15"/>
  <p:tag name="KSO_WM_UNIT_FILL_TYPE" val="1"/>
  <p:tag name="KSO_WM_UNIT_TEXT_FILL_FORE_SCHEMECOLOR_INDEX_BRIGHTNESS" val="0"/>
  <p:tag name="KSO_WM_UNIT_TEXT_FILL_FORE_SCHEMECOLOR_INDEX" val="2"/>
  <p:tag name="KSO_WM_UNIT_TEXT_FILL_TYPE" val="1"/>
  <p:tag name="KSO_WM_UNIT_VALUE" val="54"/>
  <p:tag name="KSO_WM_TEMPLATE_ASSEMBLE_XID" val="60656f654054ed1e2fb80950"/>
  <p:tag name="KSO_WM_TEMPLATE_ASSEMBLE_GROUPID" val="60656f654054ed1e2fb80950"/>
</p:tagLst>
</file>

<file path=ppt/tags/tag16.xml><?xml version="1.0" encoding="utf-8"?>
<p:tagLst xmlns:p="http://schemas.openxmlformats.org/presentationml/2006/main">
  <p:tag name="KSO_WM_SLIDE_ID" val="diagram20212714_1"/>
  <p:tag name="KSO_WM_TEMPLATE_SUBCATEGORY" val="21"/>
  <p:tag name="KSO_WM_TEMPLATE_MASTER_TYPE" val="0"/>
  <p:tag name="KSO_WM_TEMPLATE_COLOR_TYPE" val="1"/>
  <p:tag name="KSO_WM_SLIDE_ITEM_CNT" val="0"/>
  <p:tag name="KSO_WM_SLIDE_INDEX" val="1"/>
  <p:tag name="KSO_WM_TAG_VERSION" val="1.0"/>
  <p:tag name="KSO_WM_BEAUTIFY_FLAG" val="#wm#"/>
  <p:tag name="KSO_WM_TEMPLATE_CATEGORY" val="diagram"/>
  <p:tag name="KSO_WM_TEMPLATE_INDEX" val="20212714"/>
  <p:tag name="KSO_WM_SLIDE_LAYOUT" val="a_f"/>
  <p:tag name="KSO_WM_SLIDE_LAYOUT_CNT" val="1_1"/>
  <p:tag name="KSO_WM_SLIDE_TYPE" val="text"/>
  <p:tag name="KSO_WM_SLIDE_SUBTYPE" val="pureTxt"/>
  <p:tag name="KSO_WM_SLIDE_SIZE" val="840*539"/>
  <p:tag name="KSO_WM_SLIDE_POSITION" val="72*0"/>
  <p:tag name="KSO_WM_SLIDE_LAYOUT_INFO" val="{&quot;direction&quot;:1,&quot;id&quot;:&quot;2021-04-01T15:44:13&quot;,&quot;maxSize&quot;:{&quot;size1&quot;:32.5},&quot;minSize&quot;:{&quot;size1&quot;:27.6},&quot;normalSize&quot;:{&quot;size1&quot;:32.5},&quot;subLayout&quot;:[{&quot;id&quot;:&quot;2021-04-01T15:44:13&quot;,&quot;margin&quot;:{&quot;bottom&quot;:8.043000221252441,&quot;left&quot;:2.5399999618530273,&quot;right&quot;:0.02600000612437725,&quot;top&quot;:5.502999782562256},&quot;type&quot;:0},{&quot;id&quot;:&quot;2021-04-01T15:44:13&quot;,&quot;margin&quot;:{&quot;bottom&quot;:1.6929999589920044,&quot;left&quot;:1.6670000553131104,&quot;right&quot;:1.6929999589920044,&quot;top&quot;:1.6929999589920044},&quot;type&quot;:0}],&quot;type&quot;:0}"/>
  <p:tag name="KSO_WM_SLIDE_RATIO" val="1.777778"/>
  <p:tag name="KSO_WM_CHIP_INFOS" val="{&quot;type&quot;:0,&quot;layout_type&quot;:&quot;leftright&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slide_type&quot;:[&quot;text&quot;]}"/>
  <p:tag name="KSO_WM_CHIP_XID" val="5f71ae53747e3ea6e293f8b1"/>
  <p:tag name="KSO_WM_CHIP_FILLPROP" val="[[{&quot;text_align&quot;:&quot;cm&quot;,&quot;text_direction&quot;:&quot;horizontal&quot;,&quot;support_big_font&quot;:false,&quot;picture_toward&quot;:0,&quot;picture_dockside&quot;:[],&quot;fill_id&quot;:&quot;df5c712fc297497380a16f2214b4abb2&quot;,&quot;fill_align&quot;:&quot;cm&quot;,&quot;chip_types&quot;:[&quot;picture&quot;,&quot;header&quot;]},{&quot;text_align&quot;:&quot;lm&quot;,&quot;text_direction&quot;:&quot;horizontal&quot;,&quot;support_features&quot;:[&quot;collage&quot;,&quot;carousel&quot;],&quot;support_big_font&quot;:false,&quot;picture_toward&quot;:0,&quot;picture_dockside&quot;:[],&quot;fill_id&quot;:&quot;3e9e6b7343cb4479804798c20b3c2800&quot;,&quot;fill_align&quot;:&quot;cm&quot;,&quot;chip_types&quot;:[&quot;text&quot;,&quot;picture&quot;]}],[{&quot;text_align&quot;:&quot;cm&quot;,&quot;text_direction&quot;:&quot;horizontal&quot;,&quot;support_big_font&quot;:false,&quot;picture_toward&quot;:0,&quot;picture_dockside&quot;:[],&quot;fill_id&quot;:&quot;df5c712fc297497380a16f2214b4abb2&quot;,&quot;fill_align&quot;:&quot;cm&quot;,&quot;chip_types&quot;:[&quot;header&quot;]},{&quot;text_align&quot;:&quot;lm&quot;,&quot;text_direction&quot;:&quot;horizontal&quot;,&quot;support_big_font&quot;:false,&quot;picture_toward&quot;:0,&quot;picture_dockside&quot;:[],&quot;fill_id&quot;:&quot;3e9e6b7343cb4479804798c20b3c2800&quot;,&quot;fill_align&quot;:&quot;cm&quot;,&quot;chip_types&quot;:[&quot;diagram&quot;,&quot;chart&quot;,&quot;table&quot;,&quot;video&quot;]}]]"/>
  <p:tag name="KSO_WM_CHIP_DECFILLPROP" val="[]"/>
  <p:tag name="KSO_WM_SLIDE_CAN_ADD_NAVIGATION" val="1"/>
  <p:tag name="KSO_WM_CHIP_GROUPID" val="5f71a5bf747e3ea6e293b57c"/>
  <p:tag name="KSO_WM_SLIDE_BK_DARK_LIGHT" val="2"/>
  <p:tag name="KSO_WM_SLIDE_BACKGROUND_TYPE" val="general"/>
  <p:tag name="KSO_WM_SLIDE_SUPPORT_FEATURE_TYPE" val="0"/>
  <p:tag name="KSO_WM_TEMPLATE_ASSEMBLE_XID" val="60656f654054ed1e2fb80950"/>
  <p:tag name="KSO_WM_TEMPLATE_ASSEMBLE_GROUPID" val="60656f654054ed1e2fb80950"/>
</p:tagLst>
</file>

<file path=ppt/tags/tag17.xml><?xml version="1.0" encoding="utf-8"?>
<p:tagLst xmlns:p="http://schemas.openxmlformats.org/presentationml/2006/main">
  <p:tag name="KSO_WM_BEAUTIFY_FLAG" val=""/>
</p:tagLst>
</file>

<file path=ppt/tags/tag18.xml><?xml version="1.0" encoding="utf-8"?>
<p:tagLst xmlns:p="http://schemas.openxmlformats.org/presentationml/2006/main">
  <p:tag name="KSO_WM_BEAUTIFY_FLAG" val="#wm#"/>
  <p:tag name="KSO_WM_TEMPLATE_CATEGORY" val="diagram"/>
  <p:tag name="KSO_WM_TEMPLATE_INDEX" val="20229668"/>
</p:tagLst>
</file>

<file path=ppt/tags/tag19.xml><?xml version="1.0" encoding="utf-8"?>
<p:tagLst xmlns:p="http://schemas.openxmlformats.org/presentationml/2006/main">
  <p:tag name="KSO_WM_BEAUTIFY_FLAG" val=""/>
</p:tagLst>
</file>

<file path=ppt/tags/tag20.xml><?xml version="1.0" encoding="utf-8"?>
<p:tagLst xmlns:p="http://schemas.openxmlformats.org/presentationml/2006/main">
  <p:tag name="KSO_WM_BEAUTIFY_FLAG" val=""/>
</p:tagLst>
</file>

<file path=ppt/tags/tag21.xml><?xml version="1.0" encoding="utf-8"?>
<p:tagLst xmlns:p="http://schemas.openxmlformats.org/presentationml/2006/main">
  <p:tag name="KSO_WM_BEAUTIFY_FLAG" val="#wm#"/>
  <p:tag name="KSO_WM_TEMPLATE_CATEGORY" val="diagram"/>
  <p:tag name="KSO_WM_TEMPLATE_INDEX" val="20212714"/>
</p:tagLst>
</file>

<file path=ppt/tags/tag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07647_1*i*1"/>
  <p:tag name="KSO_WM_UNIT_LAYERLEVEL" val="1"/>
  <p:tag name="KSO_WM_TAG_VERSION" val="1.0"/>
  <p:tag name="KSO_WM_BEAUTIFY_FLAG" val="#wm#"/>
  <p:tag name="KSO_WM_UNIT_TYPE" val="i"/>
  <p:tag name="KSO_WM_UNIT_INDEX" val="1"/>
  <p:tag name="KSO_WM_UNIT_SUBTYPE" val="h"/>
  <p:tag name="KSO_WM_SLIDE_BACKGROUND_TYPE" val="navigation"/>
  <p:tag name="KSO_WM_SLIDE_BK_DARK_LIGHT" val="2"/>
  <p:tag name="KSO_WM_UNIT_BK_DARK_LIGHT" val="2"/>
  <p:tag name="KSO_WM_UNIT_FILL_FORE_SCHEMECOLOR_INDEX_BRIGHTNESS" val="0"/>
  <p:tag name="KSO_WM_UNIT_FILL_FORE_SCHEMECOLOR_INDEX" val="15"/>
  <p:tag name="KSO_WM_UNIT_FILL_TYPE" val="1"/>
  <p:tag name="KSO_WM_UNIT_TEXT_FILL_FORE_SCHEMECOLOR_INDEX_BRIGHTNESS" val="0"/>
  <p:tag name="KSO_WM_UNIT_TEXT_FILL_FORE_SCHEMECOLOR_INDEX" val="2"/>
  <p:tag name="KSO_WM_UNIT_TEXT_FILL_TYPE" val="1"/>
  <p:tag name="KSO_WM_TEMPLATE_CATEGORY" val="diagram"/>
  <p:tag name="KSO_WM_TEMPLATE_INDEX" val="20207647"/>
  <p:tag name="KSO_WM_UNIT_VALUE" val="159"/>
  <p:tag name="KSO_WM_TEMPLATE_ASSEMBLE_XID" val="60656e6f4054ed1e2fb7f89f"/>
  <p:tag name="KSO_WM_TEMPLATE_ASSEMBLE_GROUPID" val="60656e6f4054ed1e2fb7f89f"/>
</p:tagLst>
</file>

<file path=ppt/tags/tag23.xml><?xml version="1.0" encoding="utf-8"?>
<p:tagLst xmlns:p="http://schemas.openxmlformats.org/presentationml/2006/main">
  <p:tag name="KSO_WM_UNIT_ISCONTENTSTITLE" val="0"/>
  <p:tag name="KSO_WM_UNIT_ISNUMDGMTITLE" val="0"/>
  <p:tag name="KSO_WM_UNIT_NOCLEAR" val="0"/>
  <p:tag name="KSO_WM_UNIT_VALUE" val="31"/>
  <p:tag name="KSO_WM_UNIT_HIGHLIGHT" val="0"/>
  <p:tag name="KSO_WM_UNIT_COMPATIBLE" val="0"/>
  <p:tag name="KSO_WM_UNIT_DIAGRAM_ISNUMVISUAL" val="0"/>
  <p:tag name="KSO_WM_UNIT_DIAGRAM_ISREFERUNIT" val="0"/>
  <p:tag name="KSO_WM_UNIT_TYPE" val="a"/>
  <p:tag name="KSO_WM_UNIT_INDEX" val="1"/>
  <p:tag name="KSO_WM_UNIT_ID" val="diagram20207647_1*a*1"/>
  <p:tag name="KSO_WM_TEMPLATE_CATEGORY" val="diagram"/>
  <p:tag name="KSO_WM_TEMPLATE_INDEX" val="20207647"/>
  <p:tag name="KSO_WM_UNIT_LAYERLEVEL" val="1"/>
  <p:tag name="KSO_WM_TAG_VERSION" val="1.0"/>
  <p:tag name="KSO_WM_BEAUTIFY_FLAG" val="#wm#"/>
  <p:tag name="KSO_WM_UNIT_PRESET_TEXT" val="单击此处添加大标题内容"/>
  <p:tag name="KSO_WM_UNIT_DEFAULT_FONT" val="24;44;4"/>
  <p:tag name="KSO_WM_UNIT_BLOCK" val="0"/>
  <p:tag name="KSO_WM_UNIT_SHOW_EDIT_AREA_INDICATION" val="1"/>
  <p:tag name="KSO_WM_CHIP_GROUPID" val="5e7881253197e252a37019b5"/>
  <p:tag name="KSO_WM_CHIP_XID" val="5e7881253197e252a37019b6"/>
  <p:tag name="KSO_WM_UNIT_DEC_AREA_ID" val="84a7779063794c48a7012a39a45e86d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c079c758c6944b0d8e73425810d9358b"/>
  <p:tag name="KSO_WM_UNIT_TEXT_FILL_FORE_SCHEMECOLOR_INDEX_BRIGHTNESS" val="0"/>
  <p:tag name="KSO_WM_UNIT_TEXT_FILL_FORE_SCHEMECOLOR_INDEX" val="13"/>
  <p:tag name="KSO_WM_UNIT_TEXT_FILL_TYPE" val="1"/>
  <p:tag name="KSO_WM_TEMPLATE_ASSEMBLE_XID" val="60656e6f4054ed1e2fb7f89f"/>
  <p:tag name="KSO_WM_TEMPLATE_ASSEMBLE_GROUPID" val="60656e6f4054ed1e2fb7f89f"/>
</p:tagLst>
</file>

<file path=ppt/tags/tag24.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i"/>
  <p:tag name="KSO_WM_UNIT_INDEX" val="1_1"/>
  <p:tag name="KSO_WM_UNIT_ID" val="diagram20204638_2*l_i*1_1"/>
  <p:tag name="KSO_WM_TEMPLATE_CATEGORY" val="diagram"/>
  <p:tag name="KSO_WM_TEMPLATE_INDEX" val="20204638"/>
  <p:tag name="KSO_WM_UNIT_LAYERLEVEL" val="1_1"/>
  <p:tag name="KSO_WM_TAG_VERSION" val="1.0"/>
  <p:tag name="KSO_WM_BEAUTIFY_FLAG" val="#wm#"/>
  <p:tag name="KSO_WM_UNIT_LINE_FORE_SCHEMECOLOR_INDEX_BRIGHTNESS" val="0"/>
  <p:tag name="KSO_WM_UNIT_LINE_FORE_SCHEMECOLOR_INDEX" val="5"/>
  <p:tag name="KSO_WM_UNIT_LINE_FILL_TYPE" val="2"/>
  <p:tag name="KSO_WM_UNIT_TEXT_FILL_FORE_SCHEMECOLOR_INDEX_BRIGHTNESS" val="0"/>
  <p:tag name="KSO_WM_UNIT_TEXT_FILL_FORE_SCHEMECOLOR_INDEX" val="2"/>
  <p:tag name="KSO_WM_UNIT_TEXT_FILL_TYPE" val="1"/>
  <p:tag name="KSO_WM_UNIT_USESOURCEFORMAT_APPLY" val="1"/>
  <p:tag name="KSO_WM_DIAGRAM_VIRTUALLY_FRAME" val="{&quot;height&quot;:272.48133858267715,&quot;left&quot;:36.010393700787404,&quot;top&quot;:84.16763779527558,&quot;width&quot;:647.9793700787402}"/>
</p:tagLst>
</file>

<file path=ppt/tags/tag25.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i"/>
  <p:tag name="KSO_WM_UNIT_INDEX" val="1_2"/>
  <p:tag name="KSO_WM_UNIT_ID" val="diagram20204638_2*l_i*1_2"/>
  <p:tag name="KSO_WM_TEMPLATE_CATEGORY" val="diagram"/>
  <p:tag name="KSO_WM_TEMPLATE_INDEX" val="20204638"/>
  <p:tag name="KSO_WM_UNIT_LAYERLEVEL" val="1_1"/>
  <p:tag name="KSO_WM_TAG_VERSION" val="1.0"/>
  <p:tag name="KSO_WM_BEAUTIFY_FLAG" val="#wm#"/>
  <p:tag name="KSO_WM_UNIT_LINE_FORE_SCHEMECOLOR_INDEX_BRIGHTNESS" val="-0.5"/>
  <p:tag name="KSO_WM_UNIT_LINE_FORE_SCHEMECOLOR_INDEX" val="5"/>
  <p:tag name="KSO_WM_UNIT_LINE_FILL_TYPE" val="2"/>
  <p:tag name="KSO_WM_UNIT_USESOURCEFORMAT_APPLY" val="1"/>
  <p:tag name="KSO_WM_DIAGRAM_VIRTUALLY_FRAME" val="{&quot;height&quot;:272.48133858267715,&quot;left&quot;:36.010393700787404,&quot;top&quot;:84.16763779527558,&quot;width&quot;:647.9793700787402}"/>
</p:tagLst>
</file>

<file path=ppt/tags/tag26.xml><?xml version="1.0" encoding="utf-8"?>
<p:tagLst xmlns:p="http://schemas.openxmlformats.org/presentationml/2006/main">
  <p:tag name="KSO_WM_UNIT_SUBTYPE" val="a"/>
  <p:tag name="KSO_WM_UNIT_NOCLEAR" val="0"/>
  <p:tag name="KSO_WM_UNIT_VALUE" val="405"/>
  <p:tag name="KSO_WM_UNIT_HIGHLIGHT" val="0"/>
  <p:tag name="KSO_WM_UNIT_COMPATIBLE" val="0"/>
  <p:tag name="KSO_WM_UNIT_DIAGRAM_ISNUMVISUAL" val="0"/>
  <p:tag name="KSO_WM_UNIT_DIAGRAM_ISREFERUNIT" val="0"/>
  <p:tag name="KSO_WM_DIAGRAM_GROUP_CODE" val="l1-1"/>
  <p:tag name="KSO_WM_UNIT_TYPE" val="l_h_f"/>
  <p:tag name="KSO_WM_UNIT_INDEX" val="1_1_1"/>
  <p:tag name="KSO_WM_UNIT_ID" val="diagram20204638_2*l_h_f*1_1_1"/>
  <p:tag name="KSO_WM_TEMPLATE_CATEGORY" val="diagram"/>
  <p:tag name="KSO_WM_TEMPLATE_INDEX" val="20204638"/>
  <p:tag name="KSO_WM_UNIT_LAYERLEVEL" val="1_1_1"/>
  <p:tag name="KSO_WM_TAG_VERSION" val="1.0"/>
  <p:tag name="KSO_WM_BEAUTIFY_FLAG" val="#wm#"/>
  <p:tag name="KSO_WM_UNIT_PRESET_TEXT" val="单击此处输入你的正文，文字是您思想的提炼，为了最终演示发布的良好效果，请尽量言简意赅的阐述观点；根据需要可酌情增减文字，以便观者可以准确理解您所传达的信息。&#13;您的正文已经简明扼要，但信息却错综复杂，需要用更多的文字来表述；但请您尽可能提炼思想的精髓，否则容易造成观者的阅读压力，适得其反。"/>
  <p:tag name="KSO_WM_UNIT_TEXT_FILL_FORE_SCHEMECOLOR_INDEX_BRIGHTNESS" val="0.35"/>
  <p:tag name="KSO_WM_UNIT_TEXT_FILL_FORE_SCHEMECOLOR_INDEX" val="13"/>
  <p:tag name="KSO_WM_UNIT_TEXT_FILL_TYPE" val="1"/>
  <p:tag name="KSO_WM_UNIT_USESOURCEFORMAT_APPLY" val="1"/>
  <p:tag name="KSO_WM_DIAGRAM_VIRTUALLY_FRAME" val="{&quot;height&quot;:272.48133858267715,&quot;left&quot;:36.010393700787404,&quot;top&quot;:84.16763779527558,&quot;width&quot;:647.9793700787402}"/>
</p:tagLst>
</file>

<file path=ppt/tags/tag27.xml><?xml version="1.0" encoding="utf-8"?>
<p:tagLst xmlns:p="http://schemas.openxmlformats.org/presentationml/2006/main">
  <p:tag name="KSO_WM_UNIT_SUBTYPE" val="a"/>
  <p:tag name="KSO_WM_UNIT_NOCLEAR" val="0"/>
  <p:tag name="KSO_WM_UNIT_VALUE" val="405"/>
  <p:tag name="KSO_WM_UNIT_HIGHLIGHT" val="0"/>
  <p:tag name="KSO_WM_UNIT_COMPATIBLE" val="0"/>
  <p:tag name="KSO_WM_UNIT_DIAGRAM_ISNUMVISUAL" val="0"/>
  <p:tag name="KSO_WM_UNIT_DIAGRAM_ISREFERUNIT" val="0"/>
  <p:tag name="KSO_WM_DIAGRAM_GROUP_CODE" val="l1-1"/>
  <p:tag name="KSO_WM_UNIT_TYPE" val="l_h_f"/>
  <p:tag name="KSO_WM_UNIT_INDEX" val="1_2_1"/>
  <p:tag name="KSO_WM_UNIT_ID" val="diagram20204638_2*l_h_f*1_2_1"/>
  <p:tag name="KSO_WM_TEMPLATE_CATEGORY" val="diagram"/>
  <p:tag name="KSO_WM_TEMPLATE_INDEX" val="20204638"/>
  <p:tag name="KSO_WM_UNIT_LAYERLEVEL" val="1_1_1"/>
  <p:tag name="KSO_WM_TAG_VERSION" val="1.0"/>
  <p:tag name="KSO_WM_BEAUTIFY_FLAG" val="#wm#"/>
  <p:tag name="KSO_WM_UNIT_PRESET_TEXT" val="单击此处输入你的正文，文字是您思想的提炼，为了最终演示发布的良好效果，请尽量言简意赅的阐述观点；根据需要可酌情增减文字，以便观者可以准确理解您所传达的信息。&#13;您的正文已经简明扼要，但信息却错综复杂，需要用更多的文字来表述；但请您尽可能提炼思想的精髓，否则容易造成观者的阅读压力，适得其反。"/>
  <p:tag name="KSO_WM_UNIT_TEXT_FILL_FORE_SCHEMECOLOR_INDEX_BRIGHTNESS" val="0.35"/>
  <p:tag name="KSO_WM_UNIT_TEXT_FILL_FORE_SCHEMECOLOR_INDEX" val="13"/>
  <p:tag name="KSO_WM_UNIT_TEXT_FILL_TYPE" val="1"/>
  <p:tag name="KSO_WM_UNIT_USESOURCEFORMAT_APPLY" val="1"/>
  <p:tag name="KSO_WM_DIAGRAM_VIRTUALLY_FRAME" val="{&quot;height&quot;:272.48133858267715,&quot;left&quot;:36.010393700787404,&quot;top&quot;:84.16763779527558,&quot;width&quot;:647.9793700787402}"/>
</p:tagLst>
</file>

<file path=ppt/tags/tag28.xml><?xml version="1.0" encoding="utf-8"?>
<p:tagLst xmlns:p="http://schemas.openxmlformats.org/presentationml/2006/main">
  <p:tag name="KSO_WM_UNIT_SUBTYPE" val="a"/>
  <p:tag name="KSO_WM_UNIT_NOCLEAR" val="0"/>
  <p:tag name="KSO_WM_UNIT_VALUE" val="405"/>
  <p:tag name="KSO_WM_UNIT_HIGHLIGHT" val="0"/>
  <p:tag name="KSO_WM_UNIT_COMPATIBLE" val="0"/>
  <p:tag name="KSO_WM_UNIT_DIAGRAM_ISNUMVISUAL" val="0"/>
  <p:tag name="KSO_WM_UNIT_DIAGRAM_ISREFERUNIT" val="0"/>
  <p:tag name="KSO_WM_DIAGRAM_GROUP_CODE" val="l1-1"/>
  <p:tag name="KSO_WM_UNIT_TYPE" val="l_h_f"/>
  <p:tag name="KSO_WM_UNIT_INDEX" val="1_3_1"/>
  <p:tag name="KSO_WM_UNIT_ID" val="diagram20204638_2*l_h_f*1_3_1"/>
  <p:tag name="KSO_WM_TEMPLATE_CATEGORY" val="diagram"/>
  <p:tag name="KSO_WM_TEMPLATE_INDEX" val="20204638"/>
  <p:tag name="KSO_WM_UNIT_LAYERLEVEL" val="1_1_1"/>
  <p:tag name="KSO_WM_TAG_VERSION" val="1.0"/>
  <p:tag name="KSO_WM_BEAUTIFY_FLAG" val="#wm#"/>
  <p:tag name="KSO_WM_UNIT_PRESET_TEXT" val="单击此处输入你的正文，文字是您思想的提炼，为了最终演示发布的良好效果，请尽量言简意赅的阐述观点；根据需要可酌情增减文字，以便观者可以准确理解您所传达的信息。&#13;您的正文已经简明扼要，但信息却错综复杂，需要用更多的文字来表述；但请您尽可能提炼思想的精髓，否则容易造成观者的阅读压力，适得其反。"/>
  <p:tag name="KSO_WM_UNIT_TEXT_FILL_FORE_SCHEMECOLOR_INDEX_BRIGHTNESS" val="0.35"/>
  <p:tag name="KSO_WM_UNIT_TEXT_FILL_FORE_SCHEMECOLOR_INDEX" val="13"/>
  <p:tag name="KSO_WM_UNIT_TEXT_FILL_TYPE" val="1"/>
  <p:tag name="KSO_WM_UNIT_USESOURCEFORMAT_APPLY" val="1"/>
  <p:tag name="KSO_WM_DIAGRAM_VIRTUALLY_FRAME" val="{&quot;height&quot;:272.48133858267715,&quot;left&quot;:36.010393700787404,&quot;top&quot;:84.16763779527558,&quot;width&quot;:647.9793700787402}"/>
</p:tagLst>
</file>

<file path=ppt/tags/tag29.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i"/>
  <p:tag name="KSO_WM_UNIT_INDEX" val="1_3"/>
  <p:tag name="KSO_WM_UNIT_ID" val="diagram20204638_2*l_i*1_3"/>
  <p:tag name="KSO_WM_TEMPLATE_CATEGORY" val="diagram"/>
  <p:tag name="KSO_WM_TEMPLATE_INDEX" val="20204638"/>
  <p:tag name="KSO_WM_UNIT_LAYERLEVEL" val="1_1"/>
  <p:tag name="KSO_WM_TAG_VERSION" val="1.0"/>
  <p:tag name="KSO_WM_BEAUTIFY_FLAG" val="#wm#"/>
  <p:tag name="KSO_WM_UNIT_LINE_FORE_SCHEMECOLOR_INDEX_BRIGHTNESS" val="-0.5"/>
  <p:tag name="KSO_WM_UNIT_LINE_FORE_SCHEMECOLOR_INDEX" val="5"/>
  <p:tag name="KSO_WM_UNIT_LINE_FILL_TYPE" val="2"/>
  <p:tag name="KSO_WM_UNIT_USESOURCEFORMAT_APPLY" val="1"/>
  <p:tag name="KSO_WM_DIAGRAM_VIRTUALLY_FRAME" val="{&quot;height&quot;:272.48133858267715,&quot;left&quot;:36.010393700787404,&quot;top&quot;:84.16763779527558,&quot;width&quot;:647.9793700787402}"/>
</p:tagLst>
</file>

<file path=ppt/tags/tag30.xml><?xml version="1.0" encoding="utf-8"?>
<p:tagLst xmlns:p="http://schemas.openxmlformats.org/presentationml/2006/main">
  <p:tag name="KSO_WM_BEAUTIFY_FLAG" val="#wm#"/>
  <p:tag name="KSO_WM_TEMPLATE_CATEGORY" val="diagram"/>
  <p:tag name="KSO_WM_TEMPLATE_INDEX" val="20207647"/>
  <p:tag name="KSO_WM_SLIDE_LAYOUT_INFO" val="{&quot;id&quot;:&quot;2021-04-01T14:58:35&quot;,&quot;maxSize&quot;:{&quot;size1&quot;:13.3},&quot;minSize&quot;:{&quot;size1&quot;:13.3},&quot;normalSize&quot;:{&quot;size1&quot;:13.3},&quot;subLayout&quot;:[{&quot;backgroundInfo&quot;:[{&quot;bottom&quot;:0,&quot;bottomAbs&quot;:false,&quot;left&quot;:0,&quot;leftAbs&quot;:false,&quot;right&quot;:0,&quot;rightAbs&quot;:false,&quot;top&quot;:0,&quot;topAbs&quot;:false,&quot;type&quot;:&quot;navigation&quot;}],&quot;id&quot;:&quot;2021-04-01T14:58:35&quot;,&quot;margin&quot;:{&quot;bottom&quot;:0.4230000674724579,&quot;left&quot;:1.2699999809265137,&quot;right&quot;:1.2699999809265137,&quot;top&quot;:0.4230000674724579},&quot;type&quot;:0},{&quot;id&quot;:&quot;2021-04-01T14:58:35&quot;,&quot;margin&quot;:{&quot;bottom&quot;:1.6929999589920044,&quot;left&quot;:1.6929999589920044,&quot;right&quot;:1.6929999589920044,&quot;top&quot;:0.847000002861023},&quot;type&quot;:0}],&quot;type&quot;:0}"/>
  <p:tag name="KSO_WM_SLIDE_CAN_ADD_NAVIGATION" val="1"/>
  <p:tag name="KSO_WM_SLIDE_BACKGROUND" val="[&quot;navigation&quot;]"/>
  <p:tag name="KSO_WM_SLIDE_RATIO" val="1.777778"/>
  <p:tag name="KSO_WM_CHIP_INFOS" val="{&quot;type&quot;:0,&quot;layout_type&quot;:&quot;navigation&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slide_type&quot;:[&quot;text&quot;]}"/>
  <p:tag name="KSO_WM_SLIDE_ID" val="diagram20207647_1"/>
  <p:tag name="KSO_WM_TEMPLATE_SUBCATEGORY" val="21"/>
  <p:tag name="KSO_WM_TEMPLATE_MASTER_TYPE" val="0"/>
  <p:tag name="KSO_WM_TEMPLATE_COLOR_TYPE" val="1"/>
  <p:tag name="KSO_WM_SLIDE_TYPE" val="text"/>
  <p:tag name="KSO_WM_SLIDE_SUBTYPE" val="picTxt"/>
  <p:tag name="KSO_WM_SLIDE_ITEM_CNT" val="0"/>
  <p:tag name="KSO_WM_SLIDE_INDEX" val="1"/>
  <p:tag name="KSO_WM_SLIDE_SIZE" val="960*468"/>
  <p:tag name="KSO_WM_SLIDE_POSITION" val="0*0"/>
  <p:tag name="KSO_WM_TAG_VERSION" val="1.0"/>
  <p:tag name="KSO_WM_SLIDE_LAYOUT" val="a_d"/>
  <p:tag name="KSO_WM_SLIDE_LAYOUT_CNT" val="1_1"/>
  <p:tag name="KSO_WM_CHIP_FILLPROP" val="[[{&quot;text_align&quot;:&quot;lm&quot;,&quot;text_direction&quot;:&quot;horizontal&quot;,&quot;support_big_font&quot;:false,&quot;picture_toward&quot;:0,&quot;picture_dockside&quot;:[],&quot;fill_id&quot;:&quot;c934b58042b44607bfcc30469ccc57d1&quot;,&quot;fill_align&quot;:&quot;lm&quot;,&quot;chip_types&quot;:[&quot;header&quot;]},{&quot;text_align&quot;:&quot;lm&quot;,&quot;text_direction&quot;:&quot;horizontal&quot;,&quot;support_features&quot;:[&quot;collage&quot;,&quot;carousel&quot;],&quot;support_big_font&quot;:false,&quot;picture_toward&quot;:0,&quot;picture_dockside&quot;:[],&quot;fill_id&quot;:&quot;537f454074a24564a7dd15a2992bf40d&quot;,&quot;fill_align&quot;:&quot;cm&quot;,&quot;chip_types&quot;:[&quot;picture&quot;,&quot;diagram&quot;,&quot;pictext&quot;,&quot;table&quot;,&quot;chart&quot;,&quot;video&quot;,&quot;text&quot;]}]]"/>
  <p:tag name="KSO_WM_CHIP_XID" val="5eeaeb09008addf29f4264c3"/>
  <p:tag name="KSO_WM_CHIP_DECFILLPROP" val="[]"/>
  <p:tag name="KSO_WM_CHIP_GROUPID" val="5eeaeb09008addf29f4264c2"/>
  <p:tag name="KSO_WM_SLIDE_BK_DARK_LIGHT" val="2"/>
  <p:tag name="KSO_WM_SLIDE_BACKGROUND_TYPE" val="navigation"/>
  <p:tag name="KSO_WM_SLIDE_SUPPORT_FEATURE_TYPE" val="3"/>
  <p:tag name="KSO_WM_TEMPLATE_ASSEMBLE_XID" val="60656e6f4054ed1e2fb7f89f"/>
  <p:tag name="KSO_WM_TEMPLATE_ASSEMBLE_GROUPID" val="60656e6f4054ed1e2fb7f89f"/>
</p:tagLst>
</file>

<file path=ppt/tags/tag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07647_1*i*1"/>
  <p:tag name="KSO_WM_UNIT_LAYERLEVEL" val="1"/>
  <p:tag name="KSO_WM_TAG_VERSION" val="1.0"/>
  <p:tag name="KSO_WM_BEAUTIFY_FLAG" val="#wm#"/>
  <p:tag name="KSO_WM_UNIT_TYPE" val="i"/>
  <p:tag name="KSO_WM_UNIT_INDEX" val="1"/>
  <p:tag name="KSO_WM_UNIT_SUBTYPE" val="h"/>
  <p:tag name="KSO_WM_SLIDE_BACKGROUND_TYPE" val="navigation"/>
  <p:tag name="KSO_WM_SLIDE_BK_DARK_LIGHT" val="2"/>
  <p:tag name="KSO_WM_UNIT_BK_DARK_LIGHT" val="2"/>
  <p:tag name="KSO_WM_UNIT_FILL_FORE_SCHEMECOLOR_INDEX_BRIGHTNESS" val="0"/>
  <p:tag name="KSO_WM_UNIT_FILL_FORE_SCHEMECOLOR_INDEX" val="15"/>
  <p:tag name="KSO_WM_UNIT_FILL_TYPE" val="1"/>
  <p:tag name="KSO_WM_UNIT_TEXT_FILL_FORE_SCHEMECOLOR_INDEX_BRIGHTNESS" val="0"/>
  <p:tag name="KSO_WM_UNIT_TEXT_FILL_FORE_SCHEMECOLOR_INDEX" val="2"/>
  <p:tag name="KSO_WM_UNIT_TEXT_FILL_TYPE" val="1"/>
  <p:tag name="KSO_WM_TEMPLATE_CATEGORY" val="diagram"/>
  <p:tag name="KSO_WM_TEMPLATE_INDEX" val="20207647"/>
  <p:tag name="KSO_WM_UNIT_VALUE" val="159"/>
  <p:tag name="KSO_WM_TEMPLATE_ASSEMBLE_XID" val="60656e6f4054ed1e2fb7f89f"/>
  <p:tag name="KSO_WM_TEMPLATE_ASSEMBLE_GROUPID" val="60656e6f4054ed1e2fb7f89f"/>
</p:tagLst>
</file>

<file path=ppt/tags/tag32.xml><?xml version="1.0" encoding="utf-8"?>
<p:tagLst xmlns:p="http://schemas.openxmlformats.org/presentationml/2006/main">
  <p:tag name="KSO_WM_UNIT_ISCONTENTSTITLE" val="0"/>
  <p:tag name="KSO_WM_UNIT_ISNUMDGMTITLE" val="0"/>
  <p:tag name="KSO_WM_UNIT_NOCLEAR" val="0"/>
  <p:tag name="KSO_WM_UNIT_VALUE" val="31"/>
  <p:tag name="KSO_WM_UNIT_HIGHLIGHT" val="0"/>
  <p:tag name="KSO_WM_UNIT_COMPATIBLE" val="0"/>
  <p:tag name="KSO_WM_UNIT_DIAGRAM_ISNUMVISUAL" val="0"/>
  <p:tag name="KSO_WM_UNIT_DIAGRAM_ISREFERUNIT" val="0"/>
  <p:tag name="KSO_WM_UNIT_TYPE" val="a"/>
  <p:tag name="KSO_WM_UNIT_INDEX" val="1"/>
  <p:tag name="KSO_WM_UNIT_ID" val="diagram20207647_1*a*1"/>
  <p:tag name="KSO_WM_TEMPLATE_CATEGORY" val="diagram"/>
  <p:tag name="KSO_WM_TEMPLATE_INDEX" val="20207647"/>
  <p:tag name="KSO_WM_UNIT_LAYERLEVEL" val="1"/>
  <p:tag name="KSO_WM_TAG_VERSION" val="1.0"/>
  <p:tag name="KSO_WM_BEAUTIFY_FLAG" val="#wm#"/>
  <p:tag name="KSO_WM_UNIT_PRESET_TEXT" val="单击此处添加大标题内容"/>
  <p:tag name="KSO_WM_UNIT_DEFAULT_FONT" val="24;44;4"/>
  <p:tag name="KSO_WM_UNIT_BLOCK" val="0"/>
  <p:tag name="KSO_WM_UNIT_SHOW_EDIT_AREA_INDICATION" val="1"/>
  <p:tag name="KSO_WM_CHIP_GROUPID" val="5e7881253197e252a37019b5"/>
  <p:tag name="KSO_WM_CHIP_XID" val="5e7881253197e252a37019b6"/>
  <p:tag name="KSO_WM_UNIT_DEC_AREA_ID" val="84a7779063794c48a7012a39a45e86d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c079c758c6944b0d8e73425810d9358b"/>
  <p:tag name="KSO_WM_UNIT_TEXT_FILL_FORE_SCHEMECOLOR_INDEX_BRIGHTNESS" val="0"/>
  <p:tag name="KSO_WM_UNIT_TEXT_FILL_FORE_SCHEMECOLOR_INDEX" val="13"/>
  <p:tag name="KSO_WM_UNIT_TEXT_FILL_TYPE" val="1"/>
  <p:tag name="KSO_WM_TEMPLATE_ASSEMBLE_XID" val="60656e6f4054ed1e2fb7f89f"/>
  <p:tag name="KSO_WM_TEMPLATE_ASSEMBLE_GROUPID" val="60656e6f4054ed1e2fb7f89f"/>
</p:tagLst>
</file>

<file path=ppt/tags/tag33.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i"/>
  <p:tag name="KSO_WM_UNIT_INDEX" val="1_1"/>
  <p:tag name="KSO_WM_UNIT_ID" val="diagram20204638_2*l_i*1_1"/>
  <p:tag name="KSO_WM_TEMPLATE_CATEGORY" val="diagram"/>
  <p:tag name="KSO_WM_TEMPLATE_INDEX" val="20204638"/>
  <p:tag name="KSO_WM_UNIT_LAYERLEVEL" val="1_1"/>
  <p:tag name="KSO_WM_TAG_VERSION" val="1.0"/>
  <p:tag name="KSO_WM_BEAUTIFY_FLAG" val="#wm#"/>
  <p:tag name="KSO_WM_UNIT_LINE_FORE_SCHEMECOLOR_INDEX_BRIGHTNESS" val="0"/>
  <p:tag name="KSO_WM_UNIT_LINE_FORE_SCHEMECOLOR_INDEX" val="5"/>
  <p:tag name="KSO_WM_UNIT_LINE_FILL_TYPE" val="2"/>
  <p:tag name="KSO_WM_UNIT_TEXT_FILL_FORE_SCHEMECOLOR_INDEX_BRIGHTNESS" val="0"/>
  <p:tag name="KSO_WM_UNIT_TEXT_FILL_FORE_SCHEMECOLOR_INDEX" val="2"/>
  <p:tag name="KSO_WM_UNIT_TEXT_FILL_TYPE" val="1"/>
  <p:tag name="KSO_WM_UNIT_USESOURCEFORMAT_APPLY" val="1"/>
  <p:tag name="KSO_WM_DIAGRAM_VIRTUALLY_FRAME" val="{&quot;height&quot;:282.7823622047244,&quot;left&quot;:36.010393700787404,&quot;top&quot;:84.16763779527558,&quot;width&quot;:649.9896062992126}"/>
</p:tagLst>
</file>

<file path=ppt/tags/tag34.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i"/>
  <p:tag name="KSO_WM_UNIT_INDEX" val="1_2"/>
  <p:tag name="KSO_WM_UNIT_ID" val="diagram20204638_2*l_i*1_2"/>
  <p:tag name="KSO_WM_TEMPLATE_CATEGORY" val="diagram"/>
  <p:tag name="KSO_WM_TEMPLATE_INDEX" val="20204638"/>
  <p:tag name="KSO_WM_UNIT_LAYERLEVEL" val="1_1"/>
  <p:tag name="KSO_WM_TAG_VERSION" val="1.0"/>
  <p:tag name="KSO_WM_BEAUTIFY_FLAG" val="#wm#"/>
  <p:tag name="KSO_WM_UNIT_LINE_FORE_SCHEMECOLOR_INDEX_BRIGHTNESS" val="-0.5"/>
  <p:tag name="KSO_WM_UNIT_LINE_FORE_SCHEMECOLOR_INDEX" val="5"/>
  <p:tag name="KSO_WM_UNIT_LINE_FILL_TYPE" val="2"/>
  <p:tag name="KSO_WM_UNIT_USESOURCEFORMAT_APPLY" val="1"/>
  <p:tag name="KSO_WM_DIAGRAM_VIRTUALLY_FRAME" val="{&quot;height&quot;:282.7823622047244,&quot;left&quot;:36.010393700787404,&quot;top&quot;:84.16763779527558,&quot;width&quot;:649.9896062992126}"/>
</p:tagLst>
</file>

<file path=ppt/tags/tag35.xml><?xml version="1.0" encoding="utf-8"?>
<p:tagLst xmlns:p="http://schemas.openxmlformats.org/presentationml/2006/main">
  <p:tag name="KSO_WM_UNIT_SUBTYPE" val="a"/>
  <p:tag name="KSO_WM_UNIT_NOCLEAR" val="0"/>
  <p:tag name="KSO_WM_UNIT_VALUE" val="405"/>
  <p:tag name="KSO_WM_UNIT_HIGHLIGHT" val="0"/>
  <p:tag name="KSO_WM_UNIT_COMPATIBLE" val="0"/>
  <p:tag name="KSO_WM_UNIT_DIAGRAM_ISNUMVISUAL" val="0"/>
  <p:tag name="KSO_WM_UNIT_DIAGRAM_ISREFERUNIT" val="0"/>
  <p:tag name="KSO_WM_DIAGRAM_GROUP_CODE" val="l1-1"/>
  <p:tag name="KSO_WM_UNIT_TYPE" val="l_h_f"/>
  <p:tag name="KSO_WM_UNIT_INDEX" val="1_1_1"/>
  <p:tag name="KSO_WM_UNIT_ID" val="diagram20204638_2*l_h_f*1_1_1"/>
  <p:tag name="KSO_WM_TEMPLATE_CATEGORY" val="diagram"/>
  <p:tag name="KSO_WM_TEMPLATE_INDEX" val="20204638"/>
  <p:tag name="KSO_WM_UNIT_LAYERLEVEL" val="1_1_1"/>
  <p:tag name="KSO_WM_TAG_VERSION" val="1.0"/>
  <p:tag name="KSO_WM_BEAUTIFY_FLAG" val="#wm#"/>
  <p:tag name="KSO_WM_UNIT_PRESET_TEXT" val="单击此处输入你的正文，文字是您思想的提炼，为了最终演示发布的良好效果，请尽量言简意赅的阐述观点；根据需要可酌情增减文字，以便观者可以准确理解您所传达的信息。&#13;您的正文已经简明扼要，但信息却错综复杂，需要用更多的文字来表述；但请您尽可能提炼思想的精髓，否则容易造成观者的阅读压力，适得其反。"/>
  <p:tag name="KSO_WM_UNIT_TEXT_FILL_FORE_SCHEMECOLOR_INDEX_BRIGHTNESS" val="0.35"/>
  <p:tag name="KSO_WM_UNIT_TEXT_FILL_FORE_SCHEMECOLOR_INDEX" val="13"/>
  <p:tag name="KSO_WM_UNIT_TEXT_FILL_TYPE" val="1"/>
  <p:tag name="KSO_WM_UNIT_USESOURCEFORMAT_APPLY" val="1"/>
  <p:tag name="KSO_WM_DIAGRAM_VIRTUALLY_FRAME" val="{&quot;height&quot;:282.7823622047244,&quot;left&quot;:36.010393700787404,&quot;top&quot;:84.16763779527558,&quot;width&quot;:649.9896062992126}"/>
</p:tagLst>
</file>

<file path=ppt/tags/tag36.xml><?xml version="1.0" encoding="utf-8"?>
<p:tagLst xmlns:p="http://schemas.openxmlformats.org/presentationml/2006/main">
  <p:tag name="KSO_WM_UNIT_SUBTYPE" val="a"/>
  <p:tag name="KSO_WM_UNIT_NOCLEAR" val="0"/>
  <p:tag name="KSO_WM_UNIT_VALUE" val="405"/>
  <p:tag name="KSO_WM_UNIT_HIGHLIGHT" val="0"/>
  <p:tag name="KSO_WM_UNIT_COMPATIBLE" val="0"/>
  <p:tag name="KSO_WM_UNIT_DIAGRAM_ISNUMVISUAL" val="0"/>
  <p:tag name="KSO_WM_UNIT_DIAGRAM_ISREFERUNIT" val="0"/>
  <p:tag name="KSO_WM_DIAGRAM_GROUP_CODE" val="l1-1"/>
  <p:tag name="KSO_WM_UNIT_TYPE" val="l_h_f"/>
  <p:tag name="KSO_WM_UNIT_INDEX" val="1_2_1"/>
  <p:tag name="KSO_WM_UNIT_ID" val="diagram20204638_2*l_h_f*1_2_1"/>
  <p:tag name="KSO_WM_TEMPLATE_CATEGORY" val="diagram"/>
  <p:tag name="KSO_WM_TEMPLATE_INDEX" val="20204638"/>
  <p:tag name="KSO_WM_UNIT_LAYERLEVEL" val="1_1_1"/>
  <p:tag name="KSO_WM_TAG_VERSION" val="1.0"/>
  <p:tag name="KSO_WM_BEAUTIFY_FLAG" val="#wm#"/>
  <p:tag name="KSO_WM_UNIT_PRESET_TEXT" val="单击此处输入你的正文，文字是您思想的提炼，为了最终演示发布的良好效果，请尽量言简意赅的阐述观点；根据需要可酌情增减文字，以便观者可以准确理解您所传达的信息。&#13;您的正文已经简明扼要，但信息却错综复杂，需要用更多的文字来表述；但请您尽可能提炼思想的精髓，否则容易造成观者的阅读压力，适得其反。"/>
  <p:tag name="KSO_WM_UNIT_TEXT_FILL_FORE_SCHEMECOLOR_INDEX_BRIGHTNESS" val="0.35"/>
  <p:tag name="KSO_WM_UNIT_TEXT_FILL_FORE_SCHEMECOLOR_INDEX" val="13"/>
  <p:tag name="KSO_WM_UNIT_TEXT_FILL_TYPE" val="1"/>
  <p:tag name="KSO_WM_UNIT_USESOURCEFORMAT_APPLY" val="1"/>
  <p:tag name="KSO_WM_DIAGRAM_VIRTUALLY_FRAME" val="{&quot;height&quot;:282.7823622047244,&quot;left&quot;:36.010393700787404,&quot;top&quot;:84.16763779527558,&quot;width&quot;:649.9896062992126}"/>
</p:tagLst>
</file>

<file path=ppt/tags/tag37.xml><?xml version="1.0" encoding="utf-8"?>
<p:tagLst xmlns:p="http://schemas.openxmlformats.org/presentationml/2006/main">
  <p:tag name="KSO_WM_UNIT_SUBTYPE" val="a"/>
  <p:tag name="KSO_WM_UNIT_NOCLEAR" val="0"/>
  <p:tag name="KSO_WM_UNIT_VALUE" val="405"/>
  <p:tag name="KSO_WM_UNIT_HIGHLIGHT" val="0"/>
  <p:tag name="KSO_WM_UNIT_COMPATIBLE" val="0"/>
  <p:tag name="KSO_WM_UNIT_DIAGRAM_ISNUMVISUAL" val="0"/>
  <p:tag name="KSO_WM_UNIT_DIAGRAM_ISREFERUNIT" val="0"/>
  <p:tag name="KSO_WM_DIAGRAM_GROUP_CODE" val="l1-1"/>
  <p:tag name="KSO_WM_UNIT_TYPE" val="l_h_f"/>
  <p:tag name="KSO_WM_UNIT_INDEX" val="1_3_1"/>
  <p:tag name="KSO_WM_UNIT_ID" val="diagram20204638_2*l_h_f*1_3_1"/>
  <p:tag name="KSO_WM_TEMPLATE_CATEGORY" val="diagram"/>
  <p:tag name="KSO_WM_TEMPLATE_INDEX" val="20204638"/>
  <p:tag name="KSO_WM_UNIT_LAYERLEVEL" val="1_1_1"/>
  <p:tag name="KSO_WM_TAG_VERSION" val="1.0"/>
  <p:tag name="KSO_WM_BEAUTIFY_FLAG" val="#wm#"/>
  <p:tag name="KSO_WM_UNIT_PRESET_TEXT" val="单击此处输入你的正文，文字是您思想的提炼，为了最终演示发布的良好效果，请尽量言简意赅的阐述观点；根据需要可酌情增减文字，以便观者可以准确理解您所传达的信息。&#13;您的正文已经简明扼要，但信息却错综复杂，需要用更多的文字来表述；但请您尽可能提炼思想的精髓，否则容易造成观者的阅读压力，适得其反。"/>
  <p:tag name="KSO_WM_UNIT_TEXT_FILL_FORE_SCHEMECOLOR_INDEX_BRIGHTNESS" val="0.35"/>
  <p:tag name="KSO_WM_UNIT_TEXT_FILL_FORE_SCHEMECOLOR_INDEX" val="13"/>
  <p:tag name="KSO_WM_UNIT_TEXT_FILL_TYPE" val="1"/>
  <p:tag name="KSO_WM_UNIT_USESOURCEFORMAT_APPLY" val="1"/>
  <p:tag name="KSO_WM_DIAGRAM_VIRTUALLY_FRAME" val="{&quot;height&quot;:282.7823622047244,&quot;left&quot;:36.010393700787404,&quot;top&quot;:84.16763779527558,&quot;width&quot;:649.9896062992126}"/>
</p:tagLst>
</file>

<file path=ppt/tags/tag38.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i"/>
  <p:tag name="KSO_WM_UNIT_INDEX" val="1_3"/>
  <p:tag name="KSO_WM_UNIT_ID" val="diagram20204638_2*l_i*1_3"/>
  <p:tag name="KSO_WM_TEMPLATE_CATEGORY" val="diagram"/>
  <p:tag name="KSO_WM_TEMPLATE_INDEX" val="20204638"/>
  <p:tag name="KSO_WM_UNIT_LAYERLEVEL" val="1_1"/>
  <p:tag name="KSO_WM_TAG_VERSION" val="1.0"/>
  <p:tag name="KSO_WM_BEAUTIFY_FLAG" val="#wm#"/>
  <p:tag name="KSO_WM_UNIT_LINE_FORE_SCHEMECOLOR_INDEX_BRIGHTNESS" val="-0.5"/>
  <p:tag name="KSO_WM_UNIT_LINE_FORE_SCHEMECOLOR_INDEX" val="5"/>
  <p:tag name="KSO_WM_UNIT_LINE_FILL_TYPE" val="2"/>
  <p:tag name="KSO_WM_UNIT_USESOURCEFORMAT_APPLY" val="1"/>
  <p:tag name="KSO_WM_DIAGRAM_VIRTUALLY_FRAME" val="{&quot;height&quot;:282.7823622047244,&quot;left&quot;:36.010393700787404,&quot;top&quot;:84.16763779527558,&quot;width&quot;:649.9896062992126}"/>
</p:tagLst>
</file>

<file path=ppt/tags/tag39.xml><?xml version="1.0" encoding="utf-8"?>
<p:tagLst xmlns:p="http://schemas.openxmlformats.org/presentationml/2006/main">
  <p:tag name="KSO_WM_BEAUTIFY_FLAG" val="#wm#"/>
  <p:tag name="KSO_WM_TEMPLATE_CATEGORY" val="diagram"/>
  <p:tag name="KSO_WM_TEMPLATE_INDEX" val="20207647"/>
  <p:tag name="KSO_WM_SLIDE_LAYOUT_INFO" val="{&quot;id&quot;:&quot;2021-04-01T14:58:35&quot;,&quot;maxSize&quot;:{&quot;size1&quot;:13.3},&quot;minSize&quot;:{&quot;size1&quot;:13.3},&quot;normalSize&quot;:{&quot;size1&quot;:13.3},&quot;subLayout&quot;:[{&quot;backgroundInfo&quot;:[{&quot;bottom&quot;:0,&quot;bottomAbs&quot;:false,&quot;left&quot;:0,&quot;leftAbs&quot;:false,&quot;right&quot;:0,&quot;rightAbs&quot;:false,&quot;top&quot;:0,&quot;topAbs&quot;:false,&quot;type&quot;:&quot;navigation&quot;}],&quot;id&quot;:&quot;2021-04-01T14:58:35&quot;,&quot;margin&quot;:{&quot;bottom&quot;:0.4230000674724579,&quot;left&quot;:1.2699999809265137,&quot;right&quot;:1.2699999809265137,&quot;top&quot;:0.4230000674724579},&quot;type&quot;:0},{&quot;id&quot;:&quot;2021-04-01T14:58:35&quot;,&quot;margin&quot;:{&quot;bottom&quot;:1.6929999589920044,&quot;left&quot;:1.6929999589920044,&quot;right&quot;:1.6929999589920044,&quot;top&quot;:0.847000002861023},&quot;type&quot;:0}],&quot;type&quot;:0}"/>
  <p:tag name="KSO_WM_SLIDE_CAN_ADD_NAVIGATION" val="1"/>
  <p:tag name="KSO_WM_SLIDE_BACKGROUND" val="[&quot;navigation&quot;]"/>
  <p:tag name="KSO_WM_SLIDE_RATIO" val="1.777778"/>
  <p:tag name="KSO_WM_CHIP_INFOS" val="{&quot;type&quot;:0,&quot;layout_type&quot;:&quot;navigation&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slide_type&quot;:[&quot;text&quot;]}"/>
  <p:tag name="KSO_WM_SLIDE_ID" val="diagram20207647_1"/>
  <p:tag name="KSO_WM_TEMPLATE_SUBCATEGORY" val="21"/>
  <p:tag name="KSO_WM_TEMPLATE_MASTER_TYPE" val="0"/>
  <p:tag name="KSO_WM_TEMPLATE_COLOR_TYPE" val="1"/>
  <p:tag name="KSO_WM_SLIDE_TYPE" val="text"/>
  <p:tag name="KSO_WM_SLIDE_SUBTYPE" val="picTxt"/>
  <p:tag name="KSO_WM_SLIDE_ITEM_CNT" val="0"/>
  <p:tag name="KSO_WM_SLIDE_INDEX" val="1"/>
  <p:tag name="KSO_WM_SLIDE_SIZE" val="960*468"/>
  <p:tag name="KSO_WM_SLIDE_POSITION" val="0*0"/>
  <p:tag name="KSO_WM_TAG_VERSION" val="1.0"/>
  <p:tag name="KSO_WM_SLIDE_LAYOUT" val="a_d"/>
  <p:tag name="KSO_WM_SLIDE_LAYOUT_CNT" val="1_1"/>
  <p:tag name="KSO_WM_CHIP_FILLPROP" val="[[{&quot;text_align&quot;:&quot;lm&quot;,&quot;text_direction&quot;:&quot;horizontal&quot;,&quot;support_big_font&quot;:false,&quot;picture_toward&quot;:0,&quot;picture_dockside&quot;:[],&quot;fill_id&quot;:&quot;c934b58042b44607bfcc30469ccc57d1&quot;,&quot;fill_align&quot;:&quot;lm&quot;,&quot;chip_types&quot;:[&quot;header&quot;]},{&quot;text_align&quot;:&quot;lm&quot;,&quot;text_direction&quot;:&quot;horizontal&quot;,&quot;support_features&quot;:[&quot;collage&quot;,&quot;carousel&quot;],&quot;support_big_font&quot;:false,&quot;picture_toward&quot;:0,&quot;picture_dockside&quot;:[],&quot;fill_id&quot;:&quot;537f454074a24564a7dd15a2992bf40d&quot;,&quot;fill_align&quot;:&quot;cm&quot;,&quot;chip_types&quot;:[&quot;picture&quot;,&quot;diagram&quot;,&quot;pictext&quot;,&quot;table&quot;,&quot;chart&quot;,&quot;video&quot;,&quot;text&quot;]}]]"/>
  <p:tag name="KSO_WM_CHIP_XID" val="5eeaeb09008addf29f4264c3"/>
  <p:tag name="KSO_WM_CHIP_DECFILLPROP" val="[]"/>
  <p:tag name="KSO_WM_CHIP_GROUPID" val="5eeaeb09008addf29f4264c2"/>
  <p:tag name="KSO_WM_SLIDE_BK_DARK_LIGHT" val="2"/>
  <p:tag name="KSO_WM_SLIDE_BACKGROUND_TYPE" val="navigation"/>
  <p:tag name="KSO_WM_SLIDE_SUPPORT_FEATURE_TYPE" val="3"/>
  <p:tag name="KSO_WM_TEMPLATE_ASSEMBLE_XID" val="60656e6f4054ed1e2fb7f89f"/>
  <p:tag name="KSO_WM_TEMPLATE_ASSEMBLE_GROUPID" val="60656e6f4054ed1e2fb7f89f"/>
</p:tagLst>
</file>

<file path=ppt/tags/tag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07647_1*i*1"/>
  <p:tag name="KSO_WM_UNIT_LAYERLEVEL" val="1"/>
  <p:tag name="KSO_WM_TAG_VERSION" val="1.0"/>
  <p:tag name="KSO_WM_BEAUTIFY_FLAG" val="#wm#"/>
  <p:tag name="KSO_WM_UNIT_TYPE" val="i"/>
  <p:tag name="KSO_WM_UNIT_INDEX" val="1"/>
  <p:tag name="KSO_WM_UNIT_SUBTYPE" val="h"/>
  <p:tag name="KSO_WM_SLIDE_BACKGROUND_TYPE" val="navigation"/>
  <p:tag name="KSO_WM_SLIDE_BK_DARK_LIGHT" val="2"/>
  <p:tag name="KSO_WM_UNIT_BK_DARK_LIGHT" val="2"/>
  <p:tag name="KSO_WM_UNIT_FILL_FORE_SCHEMECOLOR_INDEX_BRIGHTNESS" val="0"/>
  <p:tag name="KSO_WM_UNIT_FILL_FORE_SCHEMECOLOR_INDEX" val="15"/>
  <p:tag name="KSO_WM_UNIT_FILL_TYPE" val="1"/>
  <p:tag name="KSO_WM_UNIT_TEXT_FILL_FORE_SCHEMECOLOR_INDEX_BRIGHTNESS" val="0"/>
  <p:tag name="KSO_WM_UNIT_TEXT_FILL_FORE_SCHEMECOLOR_INDEX" val="2"/>
  <p:tag name="KSO_WM_UNIT_TEXT_FILL_TYPE" val="1"/>
  <p:tag name="KSO_WM_TEMPLATE_CATEGORY" val="diagram"/>
  <p:tag name="KSO_WM_TEMPLATE_INDEX" val="20207647"/>
  <p:tag name="KSO_WM_UNIT_VALUE" val="159"/>
  <p:tag name="KSO_WM_TEMPLATE_ASSEMBLE_XID" val="60656e6f4054ed1e2fb7f89f"/>
  <p:tag name="KSO_WM_TEMPLATE_ASSEMBLE_GROUPID" val="60656e6f4054ed1e2fb7f89f"/>
</p:tagLst>
</file>

<file path=ppt/tags/tag41.xml><?xml version="1.0" encoding="utf-8"?>
<p:tagLst xmlns:p="http://schemas.openxmlformats.org/presentationml/2006/main">
  <p:tag name="KSO_WM_UNIT_ISCONTENTSTITLE" val="0"/>
  <p:tag name="KSO_WM_UNIT_ISNUMDGMTITLE" val="0"/>
  <p:tag name="KSO_WM_UNIT_NOCLEAR" val="0"/>
  <p:tag name="KSO_WM_UNIT_VALUE" val="31"/>
  <p:tag name="KSO_WM_UNIT_HIGHLIGHT" val="0"/>
  <p:tag name="KSO_WM_UNIT_COMPATIBLE" val="0"/>
  <p:tag name="KSO_WM_UNIT_DIAGRAM_ISNUMVISUAL" val="0"/>
  <p:tag name="KSO_WM_UNIT_DIAGRAM_ISREFERUNIT" val="0"/>
  <p:tag name="KSO_WM_UNIT_TYPE" val="a"/>
  <p:tag name="KSO_WM_UNIT_INDEX" val="1"/>
  <p:tag name="KSO_WM_UNIT_ID" val="diagram20207647_1*a*1"/>
  <p:tag name="KSO_WM_TEMPLATE_CATEGORY" val="diagram"/>
  <p:tag name="KSO_WM_TEMPLATE_INDEX" val="20207647"/>
  <p:tag name="KSO_WM_UNIT_LAYERLEVEL" val="1"/>
  <p:tag name="KSO_WM_TAG_VERSION" val="1.0"/>
  <p:tag name="KSO_WM_BEAUTIFY_FLAG" val="#wm#"/>
  <p:tag name="KSO_WM_UNIT_PRESET_TEXT" val="单击此处添加大标题内容"/>
  <p:tag name="KSO_WM_UNIT_DEFAULT_FONT" val="24;44;4"/>
  <p:tag name="KSO_WM_UNIT_BLOCK" val="0"/>
  <p:tag name="KSO_WM_UNIT_SHOW_EDIT_AREA_INDICATION" val="1"/>
  <p:tag name="KSO_WM_CHIP_GROUPID" val="5e7881253197e252a37019b5"/>
  <p:tag name="KSO_WM_CHIP_XID" val="5e7881253197e252a37019b6"/>
  <p:tag name="KSO_WM_UNIT_DEC_AREA_ID" val="84a7779063794c48a7012a39a45e86d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c079c758c6944b0d8e73425810d9358b"/>
  <p:tag name="KSO_WM_UNIT_TEXT_FILL_FORE_SCHEMECOLOR_INDEX_BRIGHTNESS" val="0"/>
  <p:tag name="KSO_WM_UNIT_TEXT_FILL_FORE_SCHEMECOLOR_INDEX" val="13"/>
  <p:tag name="KSO_WM_UNIT_TEXT_FILL_TYPE" val="1"/>
  <p:tag name="KSO_WM_TEMPLATE_ASSEMBLE_XID" val="60656e6f4054ed1e2fb7f89f"/>
  <p:tag name="KSO_WM_TEMPLATE_ASSEMBLE_GROUPID" val="60656e6f4054ed1e2fb7f89f"/>
</p:tagLst>
</file>

<file path=ppt/tags/tag42.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i"/>
  <p:tag name="KSO_WM_UNIT_INDEX" val="1_1"/>
  <p:tag name="KSO_WM_UNIT_ID" val="diagram20204638_2*l_i*1_1"/>
  <p:tag name="KSO_WM_TEMPLATE_CATEGORY" val="diagram"/>
  <p:tag name="KSO_WM_TEMPLATE_INDEX" val="20204638"/>
  <p:tag name="KSO_WM_UNIT_LAYERLEVEL" val="1_1"/>
  <p:tag name="KSO_WM_TAG_VERSION" val="1.0"/>
  <p:tag name="KSO_WM_BEAUTIFY_FLAG" val="#wm#"/>
  <p:tag name="KSO_WM_UNIT_LINE_FORE_SCHEMECOLOR_INDEX_BRIGHTNESS" val="0"/>
  <p:tag name="KSO_WM_UNIT_LINE_FORE_SCHEMECOLOR_INDEX" val="5"/>
  <p:tag name="KSO_WM_UNIT_LINE_FILL_TYPE" val="2"/>
  <p:tag name="KSO_WM_UNIT_TEXT_FILL_FORE_SCHEMECOLOR_INDEX_BRIGHTNESS" val="0"/>
  <p:tag name="KSO_WM_UNIT_TEXT_FILL_FORE_SCHEMECOLOR_INDEX" val="2"/>
  <p:tag name="KSO_WM_UNIT_TEXT_FILL_TYPE" val="1"/>
  <p:tag name="KSO_WM_UNIT_USESOURCEFORMAT_APPLY" val="1"/>
  <p:tag name="KSO_WM_DIAGRAM_VIRTUALLY_FRAME" val="{&quot;height&quot;:272.48133858267715,&quot;left&quot;:36.010393700787404,&quot;top&quot;:84.16763779527558,&quot;width&quot;:647.9793700787402}"/>
</p:tagLst>
</file>

<file path=ppt/tags/tag43.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i"/>
  <p:tag name="KSO_WM_UNIT_INDEX" val="1_2"/>
  <p:tag name="KSO_WM_UNIT_ID" val="diagram20204638_2*l_i*1_2"/>
  <p:tag name="KSO_WM_TEMPLATE_CATEGORY" val="diagram"/>
  <p:tag name="KSO_WM_TEMPLATE_INDEX" val="20204638"/>
  <p:tag name="KSO_WM_UNIT_LAYERLEVEL" val="1_1"/>
  <p:tag name="KSO_WM_TAG_VERSION" val="1.0"/>
  <p:tag name="KSO_WM_BEAUTIFY_FLAG" val="#wm#"/>
  <p:tag name="KSO_WM_UNIT_LINE_FORE_SCHEMECOLOR_INDEX_BRIGHTNESS" val="-0.5"/>
  <p:tag name="KSO_WM_UNIT_LINE_FORE_SCHEMECOLOR_INDEX" val="5"/>
  <p:tag name="KSO_WM_UNIT_LINE_FILL_TYPE" val="2"/>
  <p:tag name="KSO_WM_UNIT_USESOURCEFORMAT_APPLY" val="1"/>
  <p:tag name="KSO_WM_DIAGRAM_VIRTUALLY_FRAME" val="{&quot;height&quot;:272.48133858267715,&quot;left&quot;:36.010393700787404,&quot;top&quot;:84.16763779527558,&quot;width&quot;:647.9793700787402}"/>
</p:tagLst>
</file>

<file path=ppt/tags/tag44.xml><?xml version="1.0" encoding="utf-8"?>
<p:tagLst xmlns:p="http://schemas.openxmlformats.org/presentationml/2006/main">
  <p:tag name="KSO_WM_UNIT_SUBTYPE" val="a"/>
  <p:tag name="KSO_WM_UNIT_NOCLEAR" val="0"/>
  <p:tag name="KSO_WM_UNIT_VALUE" val="405"/>
  <p:tag name="KSO_WM_UNIT_HIGHLIGHT" val="0"/>
  <p:tag name="KSO_WM_UNIT_COMPATIBLE" val="0"/>
  <p:tag name="KSO_WM_UNIT_DIAGRAM_ISNUMVISUAL" val="0"/>
  <p:tag name="KSO_WM_UNIT_DIAGRAM_ISREFERUNIT" val="0"/>
  <p:tag name="KSO_WM_DIAGRAM_GROUP_CODE" val="l1-1"/>
  <p:tag name="KSO_WM_UNIT_TYPE" val="l_h_f"/>
  <p:tag name="KSO_WM_UNIT_INDEX" val="1_1_1"/>
  <p:tag name="KSO_WM_UNIT_ID" val="diagram20204638_2*l_h_f*1_1_1"/>
  <p:tag name="KSO_WM_TEMPLATE_CATEGORY" val="diagram"/>
  <p:tag name="KSO_WM_TEMPLATE_INDEX" val="20204638"/>
  <p:tag name="KSO_WM_UNIT_LAYERLEVEL" val="1_1_1"/>
  <p:tag name="KSO_WM_TAG_VERSION" val="1.0"/>
  <p:tag name="KSO_WM_BEAUTIFY_FLAG" val="#wm#"/>
  <p:tag name="KSO_WM_UNIT_PRESET_TEXT" val="单击此处输入你的正文，文字是您思想的提炼，为了最终演示发布的良好效果，请尽量言简意赅的阐述观点；根据需要可酌情增减文字，以便观者可以准确理解您所传达的信息。&#13;您的正文已经简明扼要，但信息却错综复杂，需要用更多的文字来表述；但请您尽可能提炼思想的精髓，否则容易造成观者的阅读压力，适得其反。"/>
  <p:tag name="KSO_WM_UNIT_TEXT_FILL_FORE_SCHEMECOLOR_INDEX_BRIGHTNESS" val="0.35"/>
  <p:tag name="KSO_WM_UNIT_TEXT_FILL_FORE_SCHEMECOLOR_INDEX" val="13"/>
  <p:tag name="KSO_WM_UNIT_TEXT_FILL_TYPE" val="1"/>
  <p:tag name="KSO_WM_UNIT_USESOURCEFORMAT_APPLY" val="1"/>
  <p:tag name="KSO_WM_DIAGRAM_VIRTUALLY_FRAME" val="{&quot;height&quot;:272.48133858267715,&quot;left&quot;:36.010393700787404,&quot;top&quot;:84.16763779527558,&quot;width&quot;:647.9793700787402}"/>
</p:tagLst>
</file>

<file path=ppt/tags/tag45.xml><?xml version="1.0" encoding="utf-8"?>
<p:tagLst xmlns:p="http://schemas.openxmlformats.org/presentationml/2006/main">
  <p:tag name="KSO_WM_UNIT_SUBTYPE" val="a"/>
  <p:tag name="KSO_WM_UNIT_NOCLEAR" val="0"/>
  <p:tag name="KSO_WM_UNIT_VALUE" val="405"/>
  <p:tag name="KSO_WM_UNIT_HIGHLIGHT" val="0"/>
  <p:tag name="KSO_WM_UNIT_COMPATIBLE" val="0"/>
  <p:tag name="KSO_WM_UNIT_DIAGRAM_ISNUMVISUAL" val="0"/>
  <p:tag name="KSO_WM_UNIT_DIAGRAM_ISREFERUNIT" val="0"/>
  <p:tag name="KSO_WM_DIAGRAM_GROUP_CODE" val="l1-1"/>
  <p:tag name="KSO_WM_UNIT_TYPE" val="l_h_f"/>
  <p:tag name="KSO_WM_UNIT_INDEX" val="1_2_1"/>
  <p:tag name="KSO_WM_UNIT_ID" val="diagram20204638_2*l_h_f*1_2_1"/>
  <p:tag name="KSO_WM_TEMPLATE_CATEGORY" val="diagram"/>
  <p:tag name="KSO_WM_TEMPLATE_INDEX" val="20204638"/>
  <p:tag name="KSO_WM_UNIT_LAYERLEVEL" val="1_1_1"/>
  <p:tag name="KSO_WM_TAG_VERSION" val="1.0"/>
  <p:tag name="KSO_WM_BEAUTIFY_FLAG" val="#wm#"/>
  <p:tag name="KSO_WM_UNIT_PRESET_TEXT" val="单击此处输入你的正文，文字是您思想的提炼，为了最终演示发布的良好效果，请尽量言简意赅的阐述观点；根据需要可酌情增减文字，以便观者可以准确理解您所传达的信息。&#13;您的正文已经简明扼要，但信息却错综复杂，需要用更多的文字来表述；但请您尽可能提炼思想的精髓，否则容易造成观者的阅读压力，适得其反。"/>
  <p:tag name="KSO_WM_UNIT_TEXT_FILL_FORE_SCHEMECOLOR_INDEX_BRIGHTNESS" val="0.35"/>
  <p:tag name="KSO_WM_UNIT_TEXT_FILL_FORE_SCHEMECOLOR_INDEX" val="13"/>
  <p:tag name="KSO_WM_UNIT_TEXT_FILL_TYPE" val="1"/>
  <p:tag name="KSO_WM_UNIT_USESOURCEFORMAT_APPLY" val="1"/>
  <p:tag name="KSO_WM_DIAGRAM_VIRTUALLY_FRAME" val="{&quot;height&quot;:272.48133858267715,&quot;left&quot;:36.010393700787404,&quot;top&quot;:84.16763779527558,&quot;width&quot;:647.9793700787402}"/>
</p:tagLst>
</file>

<file path=ppt/tags/tag46.xml><?xml version="1.0" encoding="utf-8"?>
<p:tagLst xmlns:p="http://schemas.openxmlformats.org/presentationml/2006/main">
  <p:tag name="KSO_WM_UNIT_SUBTYPE" val="a"/>
  <p:tag name="KSO_WM_UNIT_NOCLEAR" val="0"/>
  <p:tag name="KSO_WM_UNIT_VALUE" val="405"/>
  <p:tag name="KSO_WM_UNIT_HIGHLIGHT" val="0"/>
  <p:tag name="KSO_WM_UNIT_COMPATIBLE" val="0"/>
  <p:tag name="KSO_WM_UNIT_DIAGRAM_ISNUMVISUAL" val="0"/>
  <p:tag name="KSO_WM_UNIT_DIAGRAM_ISREFERUNIT" val="0"/>
  <p:tag name="KSO_WM_DIAGRAM_GROUP_CODE" val="l1-1"/>
  <p:tag name="KSO_WM_UNIT_TYPE" val="l_h_f"/>
  <p:tag name="KSO_WM_UNIT_INDEX" val="1_3_1"/>
  <p:tag name="KSO_WM_UNIT_ID" val="diagram20204638_2*l_h_f*1_3_1"/>
  <p:tag name="KSO_WM_TEMPLATE_CATEGORY" val="diagram"/>
  <p:tag name="KSO_WM_TEMPLATE_INDEX" val="20204638"/>
  <p:tag name="KSO_WM_UNIT_LAYERLEVEL" val="1_1_1"/>
  <p:tag name="KSO_WM_TAG_VERSION" val="1.0"/>
  <p:tag name="KSO_WM_BEAUTIFY_FLAG" val="#wm#"/>
  <p:tag name="KSO_WM_UNIT_PRESET_TEXT" val="单击此处输入你的正文，文字是您思想的提炼，为了最终演示发布的良好效果，请尽量言简意赅的阐述观点；根据需要可酌情增减文字，以便观者可以准确理解您所传达的信息。&#13;您的正文已经简明扼要，但信息却错综复杂，需要用更多的文字来表述；但请您尽可能提炼思想的精髓，否则容易造成观者的阅读压力，适得其反。"/>
  <p:tag name="KSO_WM_UNIT_TEXT_FILL_FORE_SCHEMECOLOR_INDEX_BRIGHTNESS" val="0.35"/>
  <p:tag name="KSO_WM_UNIT_TEXT_FILL_FORE_SCHEMECOLOR_INDEX" val="13"/>
  <p:tag name="KSO_WM_UNIT_TEXT_FILL_TYPE" val="1"/>
  <p:tag name="KSO_WM_UNIT_USESOURCEFORMAT_APPLY" val="1"/>
  <p:tag name="KSO_WM_DIAGRAM_VIRTUALLY_FRAME" val="{&quot;height&quot;:272.48133858267715,&quot;left&quot;:36.010393700787404,&quot;top&quot;:84.16763779527558,&quot;width&quot;:647.9793700787402}"/>
</p:tagLst>
</file>

<file path=ppt/tags/tag47.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i"/>
  <p:tag name="KSO_WM_UNIT_INDEX" val="1_3"/>
  <p:tag name="KSO_WM_UNIT_ID" val="diagram20204638_2*l_i*1_3"/>
  <p:tag name="KSO_WM_TEMPLATE_CATEGORY" val="diagram"/>
  <p:tag name="KSO_WM_TEMPLATE_INDEX" val="20204638"/>
  <p:tag name="KSO_WM_UNIT_LAYERLEVEL" val="1_1"/>
  <p:tag name="KSO_WM_TAG_VERSION" val="1.0"/>
  <p:tag name="KSO_WM_BEAUTIFY_FLAG" val="#wm#"/>
  <p:tag name="KSO_WM_UNIT_LINE_FORE_SCHEMECOLOR_INDEX_BRIGHTNESS" val="-0.5"/>
  <p:tag name="KSO_WM_UNIT_LINE_FORE_SCHEMECOLOR_INDEX" val="5"/>
  <p:tag name="KSO_WM_UNIT_LINE_FILL_TYPE" val="2"/>
  <p:tag name="KSO_WM_UNIT_USESOURCEFORMAT_APPLY" val="1"/>
  <p:tag name="KSO_WM_DIAGRAM_VIRTUALLY_FRAME" val="{&quot;height&quot;:272.48133858267715,&quot;left&quot;:36.010393700787404,&quot;top&quot;:84.16763779527558,&quot;width&quot;:647.9793700787402}"/>
</p:tagLst>
</file>

<file path=ppt/tags/tag48.xml><?xml version="1.0" encoding="utf-8"?>
<p:tagLst xmlns:p="http://schemas.openxmlformats.org/presentationml/2006/main">
  <p:tag name="KSO_WM_BEAUTIFY_FLAG" val="#wm#"/>
  <p:tag name="KSO_WM_TEMPLATE_CATEGORY" val="diagram"/>
  <p:tag name="KSO_WM_TEMPLATE_INDEX" val="20207647"/>
  <p:tag name="KSO_WM_SLIDE_LAYOUT_INFO" val="{&quot;id&quot;:&quot;2021-04-01T14:58:35&quot;,&quot;maxSize&quot;:{&quot;size1&quot;:13.3},&quot;minSize&quot;:{&quot;size1&quot;:13.3},&quot;normalSize&quot;:{&quot;size1&quot;:13.3},&quot;subLayout&quot;:[{&quot;backgroundInfo&quot;:[{&quot;bottom&quot;:0,&quot;bottomAbs&quot;:false,&quot;left&quot;:0,&quot;leftAbs&quot;:false,&quot;right&quot;:0,&quot;rightAbs&quot;:false,&quot;top&quot;:0,&quot;topAbs&quot;:false,&quot;type&quot;:&quot;navigation&quot;}],&quot;id&quot;:&quot;2021-04-01T14:58:35&quot;,&quot;margin&quot;:{&quot;bottom&quot;:0.4230000674724579,&quot;left&quot;:1.2699999809265137,&quot;right&quot;:1.2699999809265137,&quot;top&quot;:0.4230000674724579},&quot;type&quot;:0},{&quot;id&quot;:&quot;2021-04-01T14:58:35&quot;,&quot;margin&quot;:{&quot;bottom&quot;:1.6929999589920044,&quot;left&quot;:1.6929999589920044,&quot;right&quot;:1.6929999589920044,&quot;top&quot;:0.847000002861023},&quot;type&quot;:0}],&quot;type&quot;:0}"/>
  <p:tag name="KSO_WM_SLIDE_CAN_ADD_NAVIGATION" val="1"/>
  <p:tag name="KSO_WM_SLIDE_BACKGROUND" val="[&quot;navigation&quot;]"/>
  <p:tag name="KSO_WM_SLIDE_RATIO" val="1.777778"/>
  <p:tag name="KSO_WM_CHIP_INFOS" val="{&quot;type&quot;:0,&quot;layout_type&quot;:&quot;navigation&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slide_type&quot;:[&quot;text&quot;]}"/>
  <p:tag name="KSO_WM_SLIDE_ID" val="diagram20207647_1"/>
  <p:tag name="KSO_WM_TEMPLATE_SUBCATEGORY" val="21"/>
  <p:tag name="KSO_WM_TEMPLATE_MASTER_TYPE" val="0"/>
  <p:tag name="KSO_WM_TEMPLATE_COLOR_TYPE" val="1"/>
  <p:tag name="KSO_WM_SLIDE_TYPE" val="text"/>
  <p:tag name="KSO_WM_SLIDE_SUBTYPE" val="picTxt"/>
  <p:tag name="KSO_WM_SLIDE_ITEM_CNT" val="0"/>
  <p:tag name="KSO_WM_SLIDE_INDEX" val="1"/>
  <p:tag name="KSO_WM_SLIDE_SIZE" val="960*468"/>
  <p:tag name="KSO_WM_SLIDE_POSITION" val="0*0"/>
  <p:tag name="KSO_WM_TAG_VERSION" val="1.0"/>
  <p:tag name="KSO_WM_SLIDE_LAYOUT" val="a_d"/>
  <p:tag name="KSO_WM_SLIDE_LAYOUT_CNT" val="1_1"/>
  <p:tag name="KSO_WM_CHIP_FILLPROP" val="[[{&quot;text_align&quot;:&quot;lm&quot;,&quot;text_direction&quot;:&quot;horizontal&quot;,&quot;support_big_font&quot;:false,&quot;picture_toward&quot;:0,&quot;picture_dockside&quot;:[],&quot;fill_id&quot;:&quot;c934b58042b44607bfcc30469ccc57d1&quot;,&quot;fill_align&quot;:&quot;lm&quot;,&quot;chip_types&quot;:[&quot;header&quot;]},{&quot;text_align&quot;:&quot;lm&quot;,&quot;text_direction&quot;:&quot;horizontal&quot;,&quot;support_features&quot;:[&quot;collage&quot;,&quot;carousel&quot;],&quot;support_big_font&quot;:false,&quot;picture_toward&quot;:0,&quot;picture_dockside&quot;:[],&quot;fill_id&quot;:&quot;537f454074a24564a7dd15a2992bf40d&quot;,&quot;fill_align&quot;:&quot;cm&quot;,&quot;chip_types&quot;:[&quot;picture&quot;,&quot;diagram&quot;,&quot;pictext&quot;,&quot;table&quot;,&quot;chart&quot;,&quot;video&quot;,&quot;text&quot;]}]]"/>
  <p:tag name="KSO_WM_CHIP_XID" val="5eeaeb09008addf29f4264c3"/>
  <p:tag name="KSO_WM_CHIP_DECFILLPROP" val="[]"/>
  <p:tag name="KSO_WM_CHIP_GROUPID" val="5eeaeb09008addf29f4264c2"/>
  <p:tag name="KSO_WM_SLIDE_BK_DARK_LIGHT" val="2"/>
  <p:tag name="KSO_WM_SLIDE_BACKGROUND_TYPE" val="navigation"/>
  <p:tag name="KSO_WM_SLIDE_SUPPORT_FEATURE_TYPE" val="3"/>
  <p:tag name="KSO_WM_TEMPLATE_ASSEMBLE_XID" val="60656e6f4054ed1e2fb7f89f"/>
  <p:tag name="KSO_WM_TEMPLATE_ASSEMBLE_GROUPID" val="60656e6f4054ed1e2fb7f89f"/>
</p:tagLst>
</file>

<file path=ppt/tags/tag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07647_1*i*1"/>
  <p:tag name="KSO_WM_UNIT_LAYERLEVEL" val="1"/>
  <p:tag name="KSO_WM_TAG_VERSION" val="1.0"/>
  <p:tag name="KSO_WM_BEAUTIFY_FLAG" val="#wm#"/>
  <p:tag name="KSO_WM_UNIT_TYPE" val="i"/>
  <p:tag name="KSO_WM_UNIT_INDEX" val="1"/>
  <p:tag name="KSO_WM_UNIT_SUBTYPE" val="h"/>
  <p:tag name="KSO_WM_SLIDE_BACKGROUND_TYPE" val="navigation"/>
  <p:tag name="KSO_WM_SLIDE_BK_DARK_LIGHT" val="2"/>
  <p:tag name="KSO_WM_UNIT_BK_DARK_LIGHT" val="2"/>
  <p:tag name="KSO_WM_UNIT_FILL_FORE_SCHEMECOLOR_INDEX_BRIGHTNESS" val="0"/>
  <p:tag name="KSO_WM_UNIT_FILL_FORE_SCHEMECOLOR_INDEX" val="15"/>
  <p:tag name="KSO_WM_UNIT_FILL_TYPE" val="1"/>
  <p:tag name="KSO_WM_UNIT_TEXT_FILL_FORE_SCHEMECOLOR_INDEX_BRIGHTNESS" val="0"/>
  <p:tag name="KSO_WM_UNIT_TEXT_FILL_FORE_SCHEMECOLOR_INDEX" val="2"/>
  <p:tag name="KSO_WM_UNIT_TEXT_FILL_TYPE" val="1"/>
  <p:tag name="KSO_WM_TEMPLATE_CATEGORY" val="diagram"/>
  <p:tag name="KSO_WM_TEMPLATE_INDEX" val="20207647"/>
  <p:tag name="KSO_WM_UNIT_VALUE" val="159"/>
  <p:tag name="KSO_WM_TEMPLATE_ASSEMBLE_XID" val="60656e6f4054ed1e2fb7f89f"/>
  <p:tag name="KSO_WM_TEMPLATE_ASSEMBLE_GROUPID" val="60656e6f4054ed1e2fb7f89f"/>
</p:tagLst>
</file>

<file path=ppt/tags/tag50.xml><?xml version="1.0" encoding="utf-8"?>
<p:tagLst xmlns:p="http://schemas.openxmlformats.org/presentationml/2006/main">
  <p:tag name="KSO_WM_UNIT_ISCONTENTSTITLE" val="0"/>
  <p:tag name="KSO_WM_UNIT_ISNUMDGMTITLE" val="0"/>
  <p:tag name="KSO_WM_UNIT_NOCLEAR" val="0"/>
  <p:tag name="KSO_WM_UNIT_VALUE" val="31"/>
  <p:tag name="KSO_WM_UNIT_HIGHLIGHT" val="0"/>
  <p:tag name="KSO_WM_UNIT_COMPATIBLE" val="0"/>
  <p:tag name="KSO_WM_UNIT_DIAGRAM_ISNUMVISUAL" val="0"/>
  <p:tag name="KSO_WM_UNIT_DIAGRAM_ISREFERUNIT" val="0"/>
  <p:tag name="KSO_WM_UNIT_TYPE" val="a"/>
  <p:tag name="KSO_WM_UNIT_INDEX" val="1"/>
  <p:tag name="KSO_WM_UNIT_ID" val="diagram20207647_1*a*1"/>
  <p:tag name="KSO_WM_TEMPLATE_CATEGORY" val="diagram"/>
  <p:tag name="KSO_WM_TEMPLATE_INDEX" val="20207647"/>
  <p:tag name="KSO_WM_UNIT_LAYERLEVEL" val="1"/>
  <p:tag name="KSO_WM_TAG_VERSION" val="1.0"/>
  <p:tag name="KSO_WM_BEAUTIFY_FLAG" val="#wm#"/>
  <p:tag name="KSO_WM_UNIT_PRESET_TEXT" val="单击此处添加大标题内容"/>
  <p:tag name="KSO_WM_UNIT_DEFAULT_FONT" val="24;44;4"/>
  <p:tag name="KSO_WM_UNIT_BLOCK" val="0"/>
  <p:tag name="KSO_WM_UNIT_SHOW_EDIT_AREA_INDICATION" val="1"/>
  <p:tag name="KSO_WM_CHIP_GROUPID" val="5e7881253197e252a37019b5"/>
  <p:tag name="KSO_WM_CHIP_XID" val="5e7881253197e252a37019b6"/>
  <p:tag name="KSO_WM_UNIT_DEC_AREA_ID" val="84a7779063794c48a7012a39a45e86d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c079c758c6944b0d8e73425810d9358b"/>
  <p:tag name="KSO_WM_UNIT_TEXT_FILL_FORE_SCHEMECOLOR_INDEX_BRIGHTNESS" val="0"/>
  <p:tag name="KSO_WM_UNIT_TEXT_FILL_FORE_SCHEMECOLOR_INDEX" val="13"/>
  <p:tag name="KSO_WM_UNIT_TEXT_FILL_TYPE" val="1"/>
  <p:tag name="KSO_WM_TEMPLATE_ASSEMBLE_XID" val="60656e6f4054ed1e2fb7f89f"/>
  <p:tag name="KSO_WM_TEMPLATE_ASSEMBLE_GROUPID" val="60656e6f4054ed1e2fb7f89f"/>
</p:tagLst>
</file>

<file path=ppt/tags/tag51.xml><?xml version="1.0" encoding="utf-8"?>
<p:tagLst xmlns:p="http://schemas.openxmlformats.org/presentationml/2006/main">
  <p:tag name="KSO_WM_BEAUTIFY_FLAG" val=""/>
</p:tagLst>
</file>

<file path=ppt/tags/tag52.xml><?xml version="1.0" encoding="utf-8"?>
<p:tagLst xmlns:p="http://schemas.openxmlformats.org/presentationml/2006/main">
  <p:tag name="KSO_WM_BEAUTIFY_FLAG" val="#wm#"/>
  <p:tag name="KSO_WM_TEMPLATE_CATEGORY" val="diagram"/>
  <p:tag name="KSO_WM_TEMPLATE_INDEX" val="20207647"/>
  <p:tag name="KSO_WM_SLIDE_LAYOUT_INFO" val="{&quot;id&quot;:&quot;2021-04-01T14:58:35&quot;,&quot;maxSize&quot;:{&quot;size1&quot;:13.3},&quot;minSize&quot;:{&quot;size1&quot;:13.3},&quot;normalSize&quot;:{&quot;size1&quot;:13.3},&quot;subLayout&quot;:[{&quot;backgroundInfo&quot;:[{&quot;bottom&quot;:0,&quot;bottomAbs&quot;:false,&quot;left&quot;:0,&quot;leftAbs&quot;:false,&quot;right&quot;:0,&quot;rightAbs&quot;:false,&quot;top&quot;:0,&quot;topAbs&quot;:false,&quot;type&quot;:&quot;navigation&quot;}],&quot;id&quot;:&quot;2021-04-01T14:58:35&quot;,&quot;margin&quot;:{&quot;bottom&quot;:0.4230000674724579,&quot;left&quot;:1.2699999809265137,&quot;right&quot;:1.2699999809265137,&quot;top&quot;:0.4230000674724579},&quot;type&quot;:0},{&quot;id&quot;:&quot;2021-04-01T14:58:35&quot;,&quot;margin&quot;:{&quot;bottom&quot;:1.6929999589920044,&quot;left&quot;:1.6929999589920044,&quot;right&quot;:1.6929999589920044,&quot;top&quot;:0.847000002861023},&quot;type&quot;:0}],&quot;type&quot;:0}"/>
  <p:tag name="KSO_WM_SLIDE_CAN_ADD_NAVIGATION" val="1"/>
  <p:tag name="KSO_WM_SLIDE_BACKGROUND" val="[&quot;navigation&quot;]"/>
  <p:tag name="KSO_WM_SLIDE_RATIO" val="1.777778"/>
  <p:tag name="KSO_WM_CHIP_INFOS" val="{&quot;type&quot;:0,&quot;layout_type&quot;:&quot;navigation&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slide_type&quot;:[&quot;text&quot;]}"/>
  <p:tag name="KSO_WM_SLIDE_ID" val="diagram20207647_1"/>
  <p:tag name="KSO_WM_TEMPLATE_SUBCATEGORY" val="21"/>
  <p:tag name="KSO_WM_TEMPLATE_MASTER_TYPE" val="0"/>
  <p:tag name="KSO_WM_TEMPLATE_COLOR_TYPE" val="1"/>
  <p:tag name="KSO_WM_SLIDE_TYPE" val="text"/>
  <p:tag name="KSO_WM_SLIDE_SUBTYPE" val="picTxt"/>
  <p:tag name="KSO_WM_SLIDE_ITEM_CNT" val="0"/>
  <p:tag name="KSO_WM_SLIDE_INDEX" val="1"/>
  <p:tag name="KSO_WM_SLIDE_SIZE" val="960*468"/>
  <p:tag name="KSO_WM_SLIDE_POSITION" val="0*0"/>
  <p:tag name="KSO_WM_TAG_VERSION" val="1.0"/>
  <p:tag name="KSO_WM_SLIDE_LAYOUT" val="a_d"/>
  <p:tag name="KSO_WM_SLIDE_LAYOUT_CNT" val="1_1"/>
  <p:tag name="KSO_WM_CHIP_FILLPROP" val="[[{&quot;text_align&quot;:&quot;lm&quot;,&quot;text_direction&quot;:&quot;horizontal&quot;,&quot;support_big_font&quot;:false,&quot;picture_toward&quot;:0,&quot;picture_dockside&quot;:[],&quot;fill_id&quot;:&quot;c934b58042b44607bfcc30469ccc57d1&quot;,&quot;fill_align&quot;:&quot;lm&quot;,&quot;chip_types&quot;:[&quot;header&quot;]},{&quot;text_align&quot;:&quot;lm&quot;,&quot;text_direction&quot;:&quot;horizontal&quot;,&quot;support_features&quot;:[&quot;collage&quot;,&quot;carousel&quot;],&quot;support_big_font&quot;:false,&quot;picture_toward&quot;:0,&quot;picture_dockside&quot;:[],&quot;fill_id&quot;:&quot;537f454074a24564a7dd15a2992bf40d&quot;,&quot;fill_align&quot;:&quot;cm&quot;,&quot;chip_types&quot;:[&quot;picture&quot;,&quot;diagram&quot;,&quot;pictext&quot;,&quot;table&quot;,&quot;chart&quot;,&quot;video&quot;,&quot;text&quot;]}]]"/>
  <p:tag name="KSO_WM_CHIP_XID" val="5eeaeb09008addf29f4264c3"/>
  <p:tag name="KSO_WM_CHIP_DECFILLPROP" val="[]"/>
  <p:tag name="KSO_WM_CHIP_GROUPID" val="5eeaeb09008addf29f4264c2"/>
  <p:tag name="KSO_WM_SLIDE_BK_DARK_LIGHT" val="2"/>
  <p:tag name="KSO_WM_SLIDE_BACKGROUND_TYPE" val="navigation"/>
  <p:tag name="KSO_WM_SLIDE_SUPPORT_FEATURE_TYPE" val="3"/>
  <p:tag name="KSO_WM_TEMPLATE_ASSEMBLE_XID" val="60656e6f4054ed1e2fb7f89f"/>
  <p:tag name="KSO_WM_TEMPLATE_ASSEMBLE_GROUPID" val="60656e6f4054ed1e2fb7f89f"/>
</p:tagLst>
</file>

<file path=ppt/tags/tag53.xml><?xml version="1.0" encoding="utf-8"?>
<p:tagLst xmlns:p="http://schemas.openxmlformats.org/presentationml/2006/main">
  <p:tag name="KSO_WM_UNIT_PLACING_PICTURE_USER_VIEWPORT" val="{&quot;height&quot;:1672.5007874015748,&quot;width&quot;:14400}"/>
</p:tagLst>
</file>

<file path=ppt/tags/tag54.xml><?xml version="1.0" encoding="utf-8"?>
<p:tagLst xmlns:p="http://schemas.openxmlformats.org/presentationml/2006/main">
  <p:tag name="KSO_WM_UNIT_PLACING_PICTURE_USER_VIEWPORT" val="{&quot;height&quot;:1672.5007874015748,&quot;width&quot;:14400}"/>
</p:tagLst>
</file>

<file path=ppt/tags/tag55.xml><?xml version="1.0" encoding="utf-8"?>
<p:tagLst xmlns:p="http://schemas.openxmlformats.org/presentationml/2006/main">
  <p:tag name="KSO_WM_UNIT_PLACING_PICTURE_USER_VIEWPORT" val="{&quot;height&quot;:5437.500787401575,&quot;width&quot;:12150}"/>
</p:tagLst>
</file>

<file path=ppt/tags/tag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07647_1*i*1"/>
  <p:tag name="KSO_WM_UNIT_LAYERLEVEL" val="1"/>
  <p:tag name="KSO_WM_TAG_VERSION" val="1.0"/>
  <p:tag name="KSO_WM_BEAUTIFY_FLAG" val="#wm#"/>
  <p:tag name="KSO_WM_UNIT_TYPE" val="i"/>
  <p:tag name="KSO_WM_UNIT_INDEX" val="1"/>
  <p:tag name="KSO_WM_UNIT_SUBTYPE" val="h"/>
  <p:tag name="KSO_WM_SLIDE_BACKGROUND_TYPE" val="navigation"/>
  <p:tag name="KSO_WM_SLIDE_BK_DARK_LIGHT" val="2"/>
  <p:tag name="KSO_WM_UNIT_BK_DARK_LIGHT" val="2"/>
  <p:tag name="KSO_WM_UNIT_FILL_FORE_SCHEMECOLOR_INDEX_BRIGHTNESS" val="0"/>
  <p:tag name="KSO_WM_UNIT_FILL_FORE_SCHEMECOLOR_INDEX" val="15"/>
  <p:tag name="KSO_WM_UNIT_FILL_TYPE" val="1"/>
  <p:tag name="KSO_WM_UNIT_TEXT_FILL_FORE_SCHEMECOLOR_INDEX_BRIGHTNESS" val="0"/>
  <p:tag name="KSO_WM_UNIT_TEXT_FILL_FORE_SCHEMECOLOR_INDEX" val="2"/>
  <p:tag name="KSO_WM_UNIT_TEXT_FILL_TYPE" val="1"/>
  <p:tag name="KSO_WM_TEMPLATE_CATEGORY" val="diagram"/>
  <p:tag name="KSO_WM_TEMPLATE_INDEX" val="20207647"/>
  <p:tag name="KSO_WM_UNIT_VALUE" val="159"/>
  <p:tag name="KSO_WM_TEMPLATE_ASSEMBLE_XID" val="60656e6f4054ed1e2fb7f89f"/>
  <p:tag name="KSO_WM_TEMPLATE_ASSEMBLE_GROUPID" val="60656e6f4054ed1e2fb7f89f"/>
</p:tagLst>
</file>

<file path=ppt/tags/tag57.xml><?xml version="1.0" encoding="utf-8"?>
<p:tagLst xmlns:p="http://schemas.openxmlformats.org/presentationml/2006/main">
  <p:tag name="KSO_WM_UNIT_ISCONTENTSTITLE" val="0"/>
  <p:tag name="KSO_WM_UNIT_ISNUMDGMTITLE" val="0"/>
  <p:tag name="KSO_WM_UNIT_NOCLEAR" val="0"/>
  <p:tag name="KSO_WM_UNIT_VALUE" val="31"/>
  <p:tag name="KSO_WM_UNIT_HIGHLIGHT" val="0"/>
  <p:tag name="KSO_WM_UNIT_COMPATIBLE" val="0"/>
  <p:tag name="KSO_WM_UNIT_DIAGRAM_ISNUMVISUAL" val="0"/>
  <p:tag name="KSO_WM_UNIT_DIAGRAM_ISREFERUNIT" val="0"/>
  <p:tag name="KSO_WM_UNIT_TYPE" val="a"/>
  <p:tag name="KSO_WM_UNIT_INDEX" val="1"/>
  <p:tag name="KSO_WM_UNIT_ID" val="diagram20207647_1*a*1"/>
  <p:tag name="KSO_WM_TEMPLATE_CATEGORY" val="diagram"/>
  <p:tag name="KSO_WM_TEMPLATE_INDEX" val="20207647"/>
  <p:tag name="KSO_WM_UNIT_LAYERLEVEL" val="1"/>
  <p:tag name="KSO_WM_TAG_VERSION" val="1.0"/>
  <p:tag name="KSO_WM_BEAUTIFY_FLAG" val="#wm#"/>
  <p:tag name="KSO_WM_UNIT_PRESET_TEXT" val="单击此处添加大标题内容"/>
  <p:tag name="KSO_WM_UNIT_DEFAULT_FONT" val="24;44;4"/>
  <p:tag name="KSO_WM_UNIT_BLOCK" val="0"/>
  <p:tag name="KSO_WM_UNIT_SHOW_EDIT_AREA_INDICATION" val="1"/>
  <p:tag name="KSO_WM_CHIP_GROUPID" val="5e7881253197e252a37019b5"/>
  <p:tag name="KSO_WM_CHIP_XID" val="5e7881253197e252a37019b6"/>
  <p:tag name="KSO_WM_UNIT_DEC_AREA_ID" val="84a7779063794c48a7012a39a45e86d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c079c758c6944b0d8e73425810d9358b"/>
  <p:tag name="KSO_WM_UNIT_TEXT_FILL_FORE_SCHEMECOLOR_INDEX_BRIGHTNESS" val="0"/>
  <p:tag name="KSO_WM_UNIT_TEXT_FILL_FORE_SCHEMECOLOR_INDEX" val="13"/>
  <p:tag name="KSO_WM_UNIT_TEXT_FILL_TYPE" val="1"/>
  <p:tag name="KSO_WM_TEMPLATE_ASSEMBLE_XID" val="60656e6f4054ed1e2fb7f89f"/>
  <p:tag name="KSO_WM_TEMPLATE_ASSEMBLE_GROUPID" val="60656e6f4054ed1e2fb7f89f"/>
</p:tagLst>
</file>

<file path=ppt/tags/tag58.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1_1"/>
  <p:tag name="KSO_WM_UNIT_ID" val="diagram20216826_1*l_h_i*1_1_1"/>
  <p:tag name="KSO_WM_TEMPLATE_CATEGORY" val="diagram"/>
  <p:tag name="KSO_WM_TEMPLATE_INDEX" val="20216826"/>
  <p:tag name="KSO_WM_UNIT_LAYERLEVEL" val="1_1_1"/>
  <p:tag name="KSO_WM_TAG_VERSION" val="1.0"/>
  <p:tag name="KSO_WM_BEAUTIFY_FLAG" val="#wm#"/>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2"/>
  <p:tag name="KSO_WM_UNIT_TEXT_FILL_TYPE" val="1"/>
  <p:tag name="KSO_WM_UNIT_USESOURCEFORMAT_APPLY" val="1"/>
</p:tagLst>
</file>

<file path=ppt/tags/tag59.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1_3"/>
  <p:tag name="KSO_WM_UNIT_ID" val="diagram20216826_1*l_h_i*1_1_3"/>
  <p:tag name="KSO_WM_TEMPLATE_CATEGORY" val="diagram"/>
  <p:tag name="KSO_WM_TEMPLATE_INDEX" val="20216826"/>
  <p:tag name="KSO_WM_UNIT_LAYERLEVEL" val="1_1_1"/>
  <p:tag name="KSO_WM_TAG_VERSION" val="1.0"/>
  <p:tag name="KSO_WM_BEAUTIFY_FLAG" val="#wm#"/>
  <p:tag name="KSO_WM_UNIT_FILL_FORE_SCHEMECOLOR_INDEX_BRIGHTNESS" val="0"/>
  <p:tag name="KSO_WM_UNIT_FILL_FORE_SCHEMECOLOR_INDEX" val="14"/>
  <p:tag name="KSO_WM_UNIT_FILL_TYPE" val="1"/>
  <p:tag name="KSO_WM_UNIT_TEXT_FILL_FORE_SCHEMECOLOR_INDEX_BRIGHTNESS" val="0"/>
  <p:tag name="KSO_WM_UNIT_TEXT_FILL_FORE_SCHEMECOLOR_INDEX" val="2"/>
  <p:tag name="KSO_WM_UNIT_TEXT_FILL_TYPE" val="1"/>
  <p:tag name="KSO_WM_UNIT_USESOURCEFORMAT_APPLY" val="1"/>
</p:tagLst>
</file>

<file path=ppt/tags/tag60.xml><?xml version="1.0" encoding="utf-8"?>
<p:tagLst xmlns:p="http://schemas.openxmlformats.org/presentationml/2006/main">
  <p:tag name="KSO_WM_UNIT_ISCONTENTSTITLE" val="0"/>
  <p:tag name="KSO_WM_UNIT_ISNUMDGMTITLE" val="0"/>
  <p:tag name="KSO_WM_UNIT_PRESET_TEXT" val="添加标题"/>
  <p:tag name="KSO_WM_UNIT_NOCLEAR" val="0"/>
  <p:tag name="KSO_WM_UNIT_VALUE" val="8"/>
  <p:tag name="KSO_WM_UNIT_HIGHLIGHT" val="0"/>
  <p:tag name="KSO_WM_UNIT_COMPATIBLE" val="0"/>
  <p:tag name="KSO_WM_UNIT_DIAGRAM_ISNUMVISUAL" val="0"/>
  <p:tag name="KSO_WM_UNIT_DIAGRAM_ISREFERUNIT" val="0"/>
  <p:tag name="KSO_WM_DIAGRAM_GROUP_CODE" val="l1-1"/>
  <p:tag name="KSO_WM_UNIT_TYPE" val="l_h_a"/>
  <p:tag name="KSO_WM_UNIT_INDEX" val="1_1_1"/>
  <p:tag name="KSO_WM_UNIT_ID" val="diagram20216826_1*l_h_a*1_1_1"/>
  <p:tag name="KSO_WM_TEMPLATE_CATEGORY" val="diagram"/>
  <p:tag name="KSO_WM_TEMPLATE_INDEX" val="20216826"/>
  <p:tag name="KSO_WM_UNIT_LAYERLEVEL" val="1_1_1"/>
  <p:tag name="KSO_WM_TAG_VERSION" val="1.0"/>
  <p:tag name="KSO_WM_BEAUTIFY_FLAG" val="#wm#"/>
  <p:tag name="KSO_WM_UNIT_BIND_DECORATION_IDS" val="diagram20216826_1*l_h_i*1_1_4"/>
  <p:tag name="KSO_WM_UNIT_DIAGRAM_TITLE_PROPERTY" val="3"/>
  <p:tag name="KSO_WM_UNIT_TEXT_FILL_FORE_SCHEMECOLOR_INDEX_BRIGHTNESS" val="0"/>
  <p:tag name="KSO_WM_UNIT_TEXT_FILL_FORE_SCHEMECOLOR_INDEX" val="14"/>
  <p:tag name="KSO_WM_UNIT_TEXT_FILL_TYPE" val="1"/>
  <p:tag name="KSO_WM_UNIT_USESOURCEFORMAT_APPLY" val="1"/>
</p:tagLst>
</file>

<file path=ppt/tags/tag61.xml><?xml version="1.0" encoding="utf-8"?>
<p:tagLst xmlns:p="http://schemas.openxmlformats.org/presentationml/2006/main">
  <p:tag name="KSO_WM_UNIT_SUBTYPE" val="a"/>
  <p:tag name="KSO_WM_UNIT_PRESET_TEXT" val="单击此处输入你的正文，文字是您思想的提炼,请尽量言简意赅的阐述观点。"/>
  <p:tag name="KSO_WM_UNIT_NOCLEAR" val="0"/>
  <p:tag name="KSO_WM_UNIT_VALUE" val="55"/>
  <p:tag name="KSO_WM_UNIT_HIGHLIGHT" val="0"/>
  <p:tag name="KSO_WM_UNIT_COMPATIBLE" val="0"/>
  <p:tag name="KSO_WM_UNIT_DIAGRAM_ISNUMVISUAL" val="0"/>
  <p:tag name="KSO_WM_UNIT_DIAGRAM_ISREFERUNIT" val="0"/>
  <p:tag name="KSO_WM_DIAGRAM_GROUP_CODE" val="l1-1"/>
  <p:tag name="KSO_WM_UNIT_TYPE" val="l_h_f"/>
  <p:tag name="KSO_WM_UNIT_INDEX" val="1_1_1"/>
  <p:tag name="KSO_WM_UNIT_ID" val="diagram20216826_1*l_h_f*1_1_1"/>
  <p:tag name="KSO_WM_TEMPLATE_CATEGORY" val="diagram"/>
  <p:tag name="KSO_WM_TEMPLATE_INDEX" val="20216826"/>
  <p:tag name="KSO_WM_UNIT_LAYERLEVEL" val="1_1_1"/>
  <p:tag name="KSO_WM_TAG_VERSION" val="1.0"/>
  <p:tag name="KSO_WM_BEAUTIFY_FLAG" val="#wm#"/>
  <p:tag name="KSO_WM_UNIT_TEXT_FILL_FORE_SCHEMECOLOR_INDEX_BRIGHTNESS" val="-0.05"/>
  <p:tag name="KSO_WM_UNIT_TEXT_FILL_FORE_SCHEMECOLOR_INDEX" val="14"/>
  <p:tag name="KSO_WM_UNIT_TEXT_FILL_TYPE" val="1"/>
  <p:tag name="KSO_WM_UNIT_USESOURCEFORMAT_APPLY" val="1"/>
</p:tagLst>
</file>

<file path=ppt/tags/tag62.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1_4"/>
  <p:tag name="KSO_WM_UNIT_ID" val="diagram20216826_1*l_h_i*1_1_4"/>
  <p:tag name="KSO_WM_TEMPLATE_CATEGORY" val="diagram"/>
  <p:tag name="KSO_WM_TEMPLATE_INDEX" val="20216826"/>
  <p:tag name="KSO_WM_UNIT_LAYERLEVEL" val="1_1_1"/>
  <p:tag name="KSO_WM_TAG_VERSION" val="1.0"/>
  <p:tag name="KSO_WM_BEAUTIFY_FLAG" val="#wm#"/>
  <p:tag name="KSO_WM_UNIT_LINE_FORE_SCHEMECOLOR_INDEX_BRIGHTNESS" val="0"/>
  <p:tag name="KSO_WM_UNIT_LINE_FORE_SCHEMECOLOR_INDEX" val="14"/>
  <p:tag name="KSO_WM_UNIT_LINE_FILL_TYPE" val="2"/>
  <p:tag name="KSO_WM_UNIT_USESOURCEFORMAT_APPLY" val="1"/>
</p:tagLst>
</file>

<file path=ppt/tags/tag63.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SUBTYPE" val="d"/>
  <p:tag name="KSO_WM_UNIT_TYPE" val="l_h_i"/>
  <p:tag name="KSO_WM_UNIT_INDEX" val="1_1_2"/>
  <p:tag name="KSO_WM_UNIT_ID" val="diagram20216826_1*l_h_i*1_1_2"/>
  <p:tag name="KSO_WM_TEMPLATE_CATEGORY" val="diagram"/>
  <p:tag name="KSO_WM_TEMPLATE_INDEX" val="20216826"/>
  <p:tag name="KSO_WM_UNIT_LAYERLEVEL" val="1_1_1"/>
  <p:tag name="KSO_WM_TAG_VERSION" val="1.0"/>
  <p:tag name="KSO_WM_BEAUTIFY_FLAG" val="#wm#"/>
  <p:tag name="KSO_WM_UNIT_TEXT_FILL_FORE_SCHEMECOLOR_INDEX_BRIGHTNESS" val="0"/>
  <p:tag name="KSO_WM_UNIT_TEXT_FILL_FORE_SCHEMECOLOR_INDEX" val="5"/>
  <p:tag name="KSO_WM_UNIT_TEXT_FILL_TYPE" val="1"/>
  <p:tag name="KSO_WM_UNIT_USESOURCEFORMAT_APPLY" val="1"/>
</p:tagLst>
</file>

<file path=ppt/tags/tag64.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2_1"/>
  <p:tag name="KSO_WM_UNIT_ID" val="diagram20216826_1*l_h_i*1_2_1"/>
  <p:tag name="KSO_WM_TEMPLATE_CATEGORY" val="diagram"/>
  <p:tag name="KSO_WM_TEMPLATE_INDEX" val="20216826"/>
  <p:tag name="KSO_WM_UNIT_LAYERLEVEL" val="1_1_1"/>
  <p:tag name="KSO_WM_TAG_VERSION" val="1.0"/>
  <p:tag name="KSO_WM_BEAUTIFY_FLAG" val="#wm#"/>
  <p:tag name="KSO_WM_UNIT_FILL_FORE_SCHEMECOLOR_INDEX_BRIGHTNESS" val="0"/>
  <p:tag name="KSO_WM_UNIT_FILL_FORE_SCHEMECOLOR_INDEX" val="6"/>
  <p:tag name="KSO_WM_UNIT_FILL_TYPE" val="1"/>
  <p:tag name="KSO_WM_UNIT_TEXT_FILL_FORE_SCHEMECOLOR_INDEX_BRIGHTNESS" val="0"/>
  <p:tag name="KSO_WM_UNIT_TEXT_FILL_FORE_SCHEMECOLOR_INDEX" val="2"/>
  <p:tag name="KSO_WM_UNIT_TEXT_FILL_TYPE" val="1"/>
  <p:tag name="KSO_WM_UNIT_USESOURCEFORMAT_APPLY" val="1"/>
</p:tagLst>
</file>

<file path=ppt/tags/tag65.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2_3"/>
  <p:tag name="KSO_WM_UNIT_ID" val="diagram20216826_1*l_h_i*1_2_3"/>
  <p:tag name="KSO_WM_TEMPLATE_CATEGORY" val="diagram"/>
  <p:tag name="KSO_WM_TEMPLATE_INDEX" val="20216826"/>
  <p:tag name="KSO_WM_UNIT_LAYERLEVEL" val="1_1_1"/>
  <p:tag name="KSO_WM_TAG_VERSION" val="1.0"/>
  <p:tag name="KSO_WM_BEAUTIFY_FLAG" val="#wm#"/>
  <p:tag name="KSO_WM_UNIT_FILL_FORE_SCHEMECOLOR_INDEX_BRIGHTNESS" val="0"/>
  <p:tag name="KSO_WM_UNIT_FILL_FORE_SCHEMECOLOR_INDEX" val="14"/>
  <p:tag name="KSO_WM_UNIT_FILL_TYPE" val="1"/>
  <p:tag name="KSO_WM_UNIT_TEXT_FILL_FORE_SCHEMECOLOR_INDEX_BRIGHTNESS" val="0"/>
  <p:tag name="KSO_WM_UNIT_TEXT_FILL_FORE_SCHEMECOLOR_INDEX" val="2"/>
  <p:tag name="KSO_WM_UNIT_TEXT_FILL_TYPE" val="1"/>
  <p:tag name="KSO_WM_UNIT_USESOURCEFORMAT_APPLY" val="1"/>
</p:tagLst>
</file>

<file path=ppt/tags/tag66.xml><?xml version="1.0" encoding="utf-8"?>
<p:tagLst xmlns:p="http://schemas.openxmlformats.org/presentationml/2006/main">
  <p:tag name="KSO_WM_UNIT_ISCONTENTSTITLE" val="0"/>
  <p:tag name="KSO_WM_UNIT_ISNUMDGMTITLE" val="0"/>
  <p:tag name="KSO_WM_UNIT_PRESET_TEXT" val="添加标题"/>
  <p:tag name="KSO_WM_UNIT_NOCLEAR" val="0"/>
  <p:tag name="KSO_WM_UNIT_HIGHLIGHT" val="0"/>
  <p:tag name="KSO_WM_UNIT_COMPATIBLE" val="0"/>
  <p:tag name="KSO_WM_UNIT_DIAGRAM_ISNUMVISUAL" val="0"/>
  <p:tag name="KSO_WM_UNIT_DIAGRAM_ISREFERUNIT" val="0"/>
  <p:tag name="KSO_WM_DIAGRAM_GROUP_CODE" val="l1-1"/>
  <p:tag name="KSO_WM_UNIT_TYPE" val="l_h_a"/>
  <p:tag name="KSO_WM_UNIT_INDEX" val="1_2_1"/>
  <p:tag name="KSO_WM_UNIT_ID" val="diagram20216826_1*l_h_a*1_2_1"/>
  <p:tag name="KSO_WM_TEMPLATE_CATEGORY" val="diagram"/>
  <p:tag name="KSO_WM_TEMPLATE_INDEX" val="20216826"/>
  <p:tag name="KSO_WM_UNIT_LAYERLEVEL" val="1_1_1"/>
  <p:tag name="KSO_WM_TAG_VERSION" val="1.0"/>
  <p:tag name="KSO_WM_BEAUTIFY_FLAG" val="#wm#"/>
  <p:tag name="KSO_WM_UNIT_VALUE" val="8"/>
  <p:tag name="KSO_WM_UNIT_BIND_DECORATION_IDS" val="diagram20216826_1*l_h_i*1_2_4"/>
  <p:tag name="KSO_WM_UNIT_DIAGRAM_TITLE_PROPERTY" val="3"/>
  <p:tag name="KSO_WM_UNIT_TEXT_FILL_FORE_SCHEMECOLOR_INDEX_BRIGHTNESS" val="0"/>
  <p:tag name="KSO_WM_UNIT_TEXT_FILL_FORE_SCHEMECOLOR_INDEX" val="14"/>
  <p:tag name="KSO_WM_UNIT_TEXT_FILL_TYPE" val="1"/>
  <p:tag name="KSO_WM_UNIT_USESOURCEFORMAT_APPLY" val="1"/>
</p:tagLst>
</file>

<file path=ppt/tags/tag67.xml><?xml version="1.0" encoding="utf-8"?>
<p:tagLst xmlns:p="http://schemas.openxmlformats.org/presentationml/2006/main">
  <p:tag name="KSO_WM_UNIT_SUBTYPE" val="a"/>
  <p:tag name="KSO_WM_UNIT_PRESET_TEXT" val="单击此处输入你的正文，文字是您思想的提炼,请尽量言简意赅的阐述观点。"/>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2_1"/>
  <p:tag name="KSO_WM_UNIT_ID" val="diagram20216826_1*l_h_f*1_2_1"/>
  <p:tag name="KSO_WM_TEMPLATE_CATEGORY" val="diagram"/>
  <p:tag name="KSO_WM_TEMPLATE_INDEX" val="20216826"/>
  <p:tag name="KSO_WM_UNIT_LAYERLEVEL" val="1_1_1"/>
  <p:tag name="KSO_WM_TAG_VERSION" val="1.0"/>
  <p:tag name="KSO_WM_BEAUTIFY_FLAG" val="#wm#"/>
  <p:tag name="KSO_WM_UNIT_TEXT_FILL_FORE_SCHEMECOLOR_INDEX_BRIGHTNESS" val="-0.05"/>
  <p:tag name="KSO_WM_UNIT_TEXT_FILL_FORE_SCHEMECOLOR_INDEX" val="14"/>
  <p:tag name="KSO_WM_UNIT_TEXT_FILL_TYPE" val="1"/>
  <p:tag name="KSO_WM_UNIT_USESOURCEFORMAT_APPLY" val="1"/>
</p:tagLst>
</file>

<file path=ppt/tags/tag68.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2_4"/>
  <p:tag name="KSO_WM_UNIT_ID" val="diagram20216826_1*l_h_i*1_2_4"/>
  <p:tag name="KSO_WM_TEMPLATE_CATEGORY" val="diagram"/>
  <p:tag name="KSO_WM_TEMPLATE_INDEX" val="20216826"/>
  <p:tag name="KSO_WM_UNIT_LAYERLEVEL" val="1_1_1"/>
  <p:tag name="KSO_WM_TAG_VERSION" val="1.0"/>
  <p:tag name="KSO_WM_BEAUTIFY_FLAG" val="#wm#"/>
  <p:tag name="KSO_WM_UNIT_LINE_FORE_SCHEMECOLOR_INDEX_BRIGHTNESS" val="0"/>
  <p:tag name="KSO_WM_UNIT_LINE_FORE_SCHEMECOLOR_INDEX" val="14"/>
  <p:tag name="KSO_WM_UNIT_LINE_FILL_TYPE" val="2"/>
  <p:tag name="KSO_WM_UNIT_USESOURCEFORMAT_APPLY" val="1"/>
</p:tagLst>
</file>

<file path=ppt/tags/tag69.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SUBTYPE" val="d"/>
  <p:tag name="KSO_WM_UNIT_TYPE" val="l_h_i"/>
  <p:tag name="KSO_WM_UNIT_INDEX" val="1_2_2"/>
  <p:tag name="KSO_WM_UNIT_ID" val="diagram20216826_1*l_h_i*1_2_2"/>
  <p:tag name="KSO_WM_TEMPLATE_CATEGORY" val="diagram"/>
  <p:tag name="KSO_WM_TEMPLATE_INDEX" val="20216826"/>
  <p:tag name="KSO_WM_UNIT_LAYERLEVEL" val="1_1_1"/>
  <p:tag name="KSO_WM_TAG_VERSION" val="1.0"/>
  <p:tag name="KSO_WM_BEAUTIFY_FLAG" val="#wm#"/>
  <p:tag name="KSO_WM_UNIT_TEXT_FILL_FORE_SCHEMECOLOR_INDEX_BRIGHTNESS" val="0"/>
  <p:tag name="KSO_WM_UNIT_TEXT_FILL_FORE_SCHEMECOLOR_INDEX" val="6"/>
  <p:tag name="KSO_WM_UNIT_TEXT_FILL_TYPE" val="1"/>
  <p:tag name="KSO_WM_UNIT_USESOURCEFORMAT_APPLY" val="1"/>
</p:tagLst>
</file>

<file path=ppt/tags/tag70.xml><?xml version="1.0" encoding="utf-8"?>
<p:tagLst xmlns:p="http://schemas.openxmlformats.org/presentationml/2006/main">
  <p:tag name="KSO_WM_BEAUTIFY_FLAG" val="#wm#"/>
  <p:tag name="KSO_WM_TEMPLATE_CATEGORY" val="diagram"/>
  <p:tag name="KSO_WM_TEMPLATE_INDEX" val="20207647"/>
  <p:tag name="KSO_WM_SLIDE_LAYOUT_INFO" val="{&quot;id&quot;:&quot;2021-04-01T14:58:35&quot;,&quot;maxSize&quot;:{&quot;size1&quot;:13.3},&quot;minSize&quot;:{&quot;size1&quot;:13.3},&quot;normalSize&quot;:{&quot;size1&quot;:13.3},&quot;subLayout&quot;:[{&quot;backgroundInfo&quot;:[{&quot;bottom&quot;:0,&quot;bottomAbs&quot;:false,&quot;left&quot;:0,&quot;leftAbs&quot;:false,&quot;right&quot;:0,&quot;rightAbs&quot;:false,&quot;top&quot;:0,&quot;topAbs&quot;:false,&quot;type&quot;:&quot;navigation&quot;}],&quot;id&quot;:&quot;2021-04-01T14:58:35&quot;,&quot;margin&quot;:{&quot;bottom&quot;:0.4230000674724579,&quot;left&quot;:1.2699999809265137,&quot;right&quot;:1.2699999809265137,&quot;top&quot;:0.4230000674724579},&quot;type&quot;:0},{&quot;id&quot;:&quot;2021-04-01T14:58:35&quot;,&quot;margin&quot;:{&quot;bottom&quot;:1.6929999589920044,&quot;left&quot;:1.6929999589920044,&quot;right&quot;:1.6929999589920044,&quot;top&quot;:0.847000002861023},&quot;type&quot;:0}],&quot;type&quot;:0}"/>
  <p:tag name="KSO_WM_SLIDE_CAN_ADD_NAVIGATION" val="1"/>
  <p:tag name="KSO_WM_SLIDE_BACKGROUND" val="[&quot;navigation&quot;]"/>
  <p:tag name="KSO_WM_SLIDE_RATIO" val="1.777778"/>
  <p:tag name="KSO_WM_CHIP_INFOS" val="{&quot;type&quot;:0,&quot;layout_type&quot;:&quot;navigation&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slide_type&quot;:[&quot;text&quot;]}"/>
  <p:tag name="KSO_WM_SLIDE_ID" val="diagram20207647_1"/>
  <p:tag name="KSO_WM_TEMPLATE_SUBCATEGORY" val="21"/>
  <p:tag name="KSO_WM_TEMPLATE_MASTER_TYPE" val="0"/>
  <p:tag name="KSO_WM_TEMPLATE_COLOR_TYPE" val="1"/>
  <p:tag name="KSO_WM_SLIDE_TYPE" val="text"/>
  <p:tag name="KSO_WM_SLIDE_SUBTYPE" val="picTxt"/>
  <p:tag name="KSO_WM_SLIDE_ITEM_CNT" val="0"/>
  <p:tag name="KSO_WM_SLIDE_INDEX" val="1"/>
  <p:tag name="KSO_WM_SLIDE_SIZE" val="960*468"/>
  <p:tag name="KSO_WM_SLIDE_POSITION" val="0*0"/>
  <p:tag name="KSO_WM_TAG_VERSION" val="1.0"/>
  <p:tag name="KSO_WM_SLIDE_LAYOUT" val="a_d"/>
  <p:tag name="KSO_WM_SLIDE_LAYOUT_CNT" val="1_1"/>
  <p:tag name="KSO_WM_CHIP_FILLPROP" val="[[{&quot;text_align&quot;:&quot;lm&quot;,&quot;text_direction&quot;:&quot;horizontal&quot;,&quot;support_big_font&quot;:false,&quot;picture_toward&quot;:0,&quot;picture_dockside&quot;:[],&quot;fill_id&quot;:&quot;c934b58042b44607bfcc30469ccc57d1&quot;,&quot;fill_align&quot;:&quot;lm&quot;,&quot;chip_types&quot;:[&quot;header&quot;]},{&quot;text_align&quot;:&quot;lm&quot;,&quot;text_direction&quot;:&quot;horizontal&quot;,&quot;support_features&quot;:[&quot;collage&quot;,&quot;carousel&quot;],&quot;support_big_font&quot;:false,&quot;picture_toward&quot;:0,&quot;picture_dockside&quot;:[],&quot;fill_id&quot;:&quot;537f454074a24564a7dd15a2992bf40d&quot;,&quot;fill_align&quot;:&quot;cm&quot;,&quot;chip_types&quot;:[&quot;picture&quot;,&quot;diagram&quot;,&quot;pictext&quot;,&quot;table&quot;,&quot;chart&quot;,&quot;video&quot;,&quot;text&quot;]}]]"/>
  <p:tag name="KSO_WM_CHIP_XID" val="5eeaeb09008addf29f4264c3"/>
  <p:tag name="KSO_WM_CHIP_DECFILLPROP" val="[]"/>
  <p:tag name="KSO_WM_CHIP_GROUPID" val="5eeaeb09008addf29f4264c2"/>
  <p:tag name="KSO_WM_SLIDE_BK_DARK_LIGHT" val="2"/>
  <p:tag name="KSO_WM_SLIDE_BACKGROUND_TYPE" val="navigation"/>
  <p:tag name="KSO_WM_SLIDE_SUPPORT_FEATURE_TYPE" val="3"/>
  <p:tag name="KSO_WM_TEMPLATE_ASSEMBLE_XID" val="60656e6f4054ed1e2fb7f89f"/>
  <p:tag name="KSO_WM_TEMPLATE_ASSEMBLE_GROUPID" val="60656e6f4054ed1e2fb7f89f"/>
</p:tagLst>
</file>

<file path=ppt/tags/tag7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07647_1*i*1"/>
  <p:tag name="KSO_WM_UNIT_LAYERLEVEL" val="1"/>
  <p:tag name="KSO_WM_TAG_VERSION" val="1.0"/>
  <p:tag name="KSO_WM_BEAUTIFY_FLAG" val="#wm#"/>
  <p:tag name="KSO_WM_UNIT_TYPE" val="i"/>
  <p:tag name="KSO_WM_UNIT_INDEX" val="1"/>
  <p:tag name="KSO_WM_UNIT_SUBTYPE" val="h"/>
  <p:tag name="KSO_WM_SLIDE_BACKGROUND_TYPE" val="navigation"/>
  <p:tag name="KSO_WM_SLIDE_BK_DARK_LIGHT" val="2"/>
  <p:tag name="KSO_WM_UNIT_BK_DARK_LIGHT" val="2"/>
  <p:tag name="KSO_WM_UNIT_FILL_FORE_SCHEMECOLOR_INDEX_BRIGHTNESS" val="0"/>
  <p:tag name="KSO_WM_UNIT_FILL_FORE_SCHEMECOLOR_INDEX" val="15"/>
  <p:tag name="KSO_WM_UNIT_FILL_TYPE" val="1"/>
  <p:tag name="KSO_WM_UNIT_TEXT_FILL_FORE_SCHEMECOLOR_INDEX_BRIGHTNESS" val="0"/>
  <p:tag name="KSO_WM_UNIT_TEXT_FILL_FORE_SCHEMECOLOR_INDEX" val="2"/>
  <p:tag name="KSO_WM_UNIT_TEXT_FILL_TYPE" val="1"/>
  <p:tag name="KSO_WM_TEMPLATE_CATEGORY" val="diagram"/>
  <p:tag name="KSO_WM_TEMPLATE_INDEX" val="20207647"/>
  <p:tag name="KSO_WM_UNIT_VALUE" val="159"/>
  <p:tag name="KSO_WM_TEMPLATE_ASSEMBLE_XID" val="60656e6f4054ed1e2fb7f89f"/>
  <p:tag name="KSO_WM_TEMPLATE_ASSEMBLE_GROUPID" val="60656e6f4054ed1e2fb7f89f"/>
</p:tagLst>
</file>

<file path=ppt/tags/tag72.xml><?xml version="1.0" encoding="utf-8"?>
<p:tagLst xmlns:p="http://schemas.openxmlformats.org/presentationml/2006/main">
  <p:tag name="KSO_WM_UNIT_ISCONTENTSTITLE" val="0"/>
  <p:tag name="KSO_WM_UNIT_ISNUMDGMTITLE" val="0"/>
  <p:tag name="KSO_WM_UNIT_NOCLEAR" val="0"/>
  <p:tag name="KSO_WM_UNIT_VALUE" val="31"/>
  <p:tag name="KSO_WM_UNIT_HIGHLIGHT" val="0"/>
  <p:tag name="KSO_WM_UNIT_COMPATIBLE" val="0"/>
  <p:tag name="KSO_WM_UNIT_DIAGRAM_ISNUMVISUAL" val="0"/>
  <p:tag name="KSO_WM_UNIT_DIAGRAM_ISREFERUNIT" val="0"/>
  <p:tag name="KSO_WM_UNIT_TYPE" val="a"/>
  <p:tag name="KSO_WM_UNIT_INDEX" val="1"/>
  <p:tag name="KSO_WM_UNIT_ID" val="diagram20207647_1*a*1"/>
  <p:tag name="KSO_WM_TEMPLATE_CATEGORY" val="diagram"/>
  <p:tag name="KSO_WM_TEMPLATE_INDEX" val="20207647"/>
  <p:tag name="KSO_WM_UNIT_LAYERLEVEL" val="1"/>
  <p:tag name="KSO_WM_TAG_VERSION" val="1.0"/>
  <p:tag name="KSO_WM_BEAUTIFY_FLAG" val="#wm#"/>
  <p:tag name="KSO_WM_UNIT_PRESET_TEXT" val="单击此处添加大标题内容"/>
  <p:tag name="KSO_WM_UNIT_DEFAULT_FONT" val="24;44;4"/>
  <p:tag name="KSO_WM_UNIT_BLOCK" val="0"/>
  <p:tag name="KSO_WM_UNIT_SHOW_EDIT_AREA_INDICATION" val="1"/>
  <p:tag name="KSO_WM_CHIP_GROUPID" val="5e7881253197e252a37019b5"/>
  <p:tag name="KSO_WM_CHIP_XID" val="5e7881253197e252a37019b6"/>
  <p:tag name="KSO_WM_UNIT_DEC_AREA_ID" val="84a7779063794c48a7012a39a45e86d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c079c758c6944b0d8e73425810d9358b"/>
  <p:tag name="KSO_WM_UNIT_TEXT_FILL_FORE_SCHEMECOLOR_INDEX_BRIGHTNESS" val="0"/>
  <p:tag name="KSO_WM_UNIT_TEXT_FILL_FORE_SCHEMECOLOR_INDEX" val="13"/>
  <p:tag name="KSO_WM_UNIT_TEXT_FILL_TYPE" val="1"/>
  <p:tag name="KSO_WM_TEMPLATE_ASSEMBLE_XID" val="60656e6f4054ed1e2fb7f89f"/>
  <p:tag name="KSO_WM_TEMPLATE_ASSEMBLE_GROUPID" val="60656e6f4054ed1e2fb7f89f"/>
</p:tagLst>
</file>

<file path=ppt/tags/tag73.xml><?xml version="1.0" encoding="utf-8"?>
<p:tagLst xmlns:p="http://schemas.openxmlformats.org/presentationml/2006/main">
  <p:tag name="KSO_WM_BEAUTIFY_FLAG" val="#wm#"/>
  <p:tag name="KSO_WM_TEMPLATE_CATEGORY" val="diagram"/>
  <p:tag name="KSO_WM_TEMPLATE_INDEX" val="20207647"/>
  <p:tag name="KSO_WM_SLIDE_LAYOUT_INFO" val="{&quot;id&quot;:&quot;2021-04-01T14:58:35&quot;,&quot;maxSize&quot;:{&quot;size1&quot;:13.3},&quot;minSize&quot;:{&quot;size1&quot;:13.3},&quot;normalSize&quot;:{&quot;size1&quot;:13.3},&quot;subLayout&quot;:[{&quot;backgroundInfo&quot;:[{&quot;bottom&quot;:0,&quot;bottomAbs&quot;:false,&quot;left&quot;:0,&quot;leftAbs&quot;:false,&quot;right&quot;:0,&quot;rightAbs&quot;:false,&quot;top&quot;:0,&quot;topAbs&quot;:false,&quot;type&quot;:&quot;navigation&quot;}],&quot;id&quot;:&quot;2021-04-01T14:58:35&quot;,&quot;margin&quot;:{&quot;bottom&quot;:0.4230000674724579,&quot;left&quot;:1.2699999809265137,&quot;right&quot;:1.2699999809265137,&quot;top&quot;:0.4230000674724579},&quot;type&quot;:0},{&quot;id&quot;:&quot;2021-04-01T14:58:35&quot;,&quot;margin&quot;:{&quot;bottom&quot;:1.6929999589920044,&quot;left&quot;:1.6929999589920044,&quot;right&quot;:1.6929999589920044,&quot;top&quot;:0.847000002861023},&quot;type&quot;:0}],&quot;type&quot;:0}"/>
  <p:tag name="KSO_WM_SLIDE_CAN_ADD_NAVIGATION" val="1"/>
  <p:tag name="KSO_WM_SLIDE_BACKGROUND" val="[&quot;navigation&quot;]"/>
  <p:tag name="KSO_WM_SLIDE_RATIO" val="1.777778"/>
  <p:tag name="KSO_WM_CHIP_INFOS" val="{&quot;type&quot;:0,&quot;layout_type&quot;:&quot;navigation&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slide_type&quot;:[&quot;text&quot;]}"/>
  <p:tag name="KSO_WM_SLIDE_ID" val="diagram20207647_1"/>
  <p:tag name="KSO_WM_TEMPLATE_SUBCATEGORY" val="21"/>
  <p:tag name="KSO_WM_TEMPLATE_MASTER_TYPE" val="0"/>
  <p:tag name="KSO_WM_TEMPLATE_COLOR_TYPE" val="1"/>
  <p:tag name="KSO_WM_SLIDE_TYPE" val="text"/>
  <p:tag name="KSO_WM_SLIDE_SUBTYPE" val="picTxt"/>
  <p:tag name="KSO_WM_SLIDE_ITEM_CNT" val="0"/>
  <p:tag name="KSO_WM_SLIDE_INDEX" val="1"/>
  <p:tag name="KSO_WM_SLIDE_SIZE" val="960*468"/>
  <p:tag name="KSO_WM_SLIDE_POSITION" val="0*0"/>
  <p:tag name="KSO_WM_TAG_VERSION" val="1.0"/>
  <p:tag name="KSO_WM_SLIDE_LAYOUT" val="a_d"/>
  <p:tag name="KSO_WM_SLIDE_LAYOUT_CNT" val="1_1"/>
  <p:tag name="KSO_WM_CHIP_FILLPROP" val="[[{&quot;text_align&quot;:&quot;lm&quot;,&quot;text_direction&quot;:&quot;horizontal&quot;,&quot;support_big_font&quot;:false,&quot;picture_toward&quot;:0,&quot;picture_dockside&quot;:[],&quot;fill_id&quot;:&quot;c934b58042b44607bfcc30469ccc57d1&quot;,&quot;fill_align&quot;:&quot;lm&quot;,&quot;chip_types&quot;:[&quot;header&quot;]},{&quot;text_align&quot;:&quot;lm&quot;,&quot;text_direction&quot;:&quot;horizontal&quot;,&quot;support_features&quot;:[&quot;collage&quot;,&quot;carousel&quot;],&quot;support_big_font&quot;:false,&quot;picture_toward&quot;:0,&quot;picture_dockside&quot;:[],&quot;fill_id&quot;:&quot;537f454074a24564a7dd15a2992bf40d&quot;,&quot;fill_align&quot;:&quot;cm&quot;,&quot;chip_types&quot;:[&quot;picture&quot;,&quot;diagram&quot;,&quot;pictext&quot;,&quot;table&quot;,&quot;chart&quot;,&quot;video&quot;,&quot;text&quot;]}]]"/>
  <p:tag name="KSO_WM_CHIP_XID" val="5eeaeb09008addf29f4264c3"/>
  <p:tag name="KSO_WM_CHIP_DECFILLPROP" val="[]"/>
  <p:tag name="KSO_WM_CHIP_GROUPID" val="5eeaeb09008addf29f4264c2"/>
  <p:tag name="KSO_WM_SLIDE_BK_DARK_LIGHT" val="2"/>
  <p:tag name="KSO_WM_SLIDE_BACKGROUND_TYPE" val="navigation"/>
  <p:tag name="KSO_WM_SLIDE_SUPPORT_FEATURE_TYPE" val="3"/>
  <p:tag name="KSO_WM_TEMPLATE_ASSEMBLE_XID" val="60656e6f4054ed1e2fb7f89f"/>
  <p:tag name="KSO_WM_TEMPLATE_ASSEMBLE_GROUPID" val="60656e6f4054ed1e2fb7f89f"/>
</p:tagLst>
</file>

<file path=ppt/tags/tag7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07647_1*i*1"/>
  <p:tag name="KSO_WM_UNIT_LAYERLEVEL" val="1"/>
  <p:tag name="KSO_WM_TAG_VERSION" val="1.0"/>
  <p:tag name="KSO_WM_BEAUTIFY_FLAG" val="#wm#"/>
  <p:tag name="KSO_WM_UNIT_TYPE" val="i"/>
  <p:tag name="KSO_WM_UNIT_INDEX" val="1"/>
  <p:tag name="KSO_WM_UNIT_SUBTYPE" val="h"/>
  <p:tag name="KSO_WM_SLIDE_BACKGROUND_TYPE" val="navigation"/>
  <p:tag name="KSO_WM_SLIDE_BK_DARK_LIGHT" val="2"/>
  <p:tag name="KSO_WM_UNIT_BK_DARK_LIGHT" val="2"/>
  <p:tag name="KSO_WM_UNIT_FILL_FORE_SCHEMECOLOR_INDEX_BRIGHTNESS" val="0"/>
  <p:tag name="KSO_WM_UNIT_FILL_FORE_SCHEMECOLOR_INDEX" val="15"/>
  <p:tag name="KSO_WM_UNIT_FILL_TYPE" val="1"/>
  <p:tag name="KSO_WM_UNIT_TEXT_FILL_FORE_SCHEMECOLOR_INDEX_BRIGHTNESS" val="0"/>
  <p:tag name="KSO_WM_UNIT_TEXT_FILL_FORE_SCHEMECOLOR_INDEX" val="2"/>
  <p:tag name="KSO_WM_UNIT_TEXT_FILL_TYPE" val="1"/>
  <p:tag name="KSO_WM_TEMPLATE_CATEGORY" val="diagram"/>
  <p:tag name="KSO_WM_TEMPLATE_INDEX" val="20207647"/>
  <p:tag name="KSO_WM_UNIT_VALUE" val="159"/>
  <p:tag name="KSO_WM_TEMPLATE_ASSEMBLE_XID" val="60656e6f4054ed1e2fb7f89f"/>
  <p:tag name="KSO_WM_TEMPLATE_ASSEMBLE_GROUPID" val="60656e6f4054ed1e2fb7f89f"/>
</p:tagLst>
</file>

<file path=ppt/tags/tag75.xml><?xml version="1.0" encoding="utf-8"?>
<p:tagLst xmlns:p="http://schemas.openxmlformats.org/presentationml/2006/main">
  <p:tag name="KSO_WM_UNIT_ISCONTENTSTITLE" val="0"/>
  <p:tag name="KSO_WM_UNIT_ISNUMDGMTITLE" val="0"/>
  <p:tag name="KSO_WM_UNIT_NOCLEAR" val="0"/>
  <p:tag name="KSO_WM_UNIT_VALUE" val="31"/>
  <p:tag name="KSO_WM_UNIT_HIGHLIGHT" val="0"/>
  <p:tag name="KSO_WM_UNIT_COMPATIBLE" val="0"/>
  <p:tag name="KSO_WM_UNIT_DIAGRAM_ISNUMVISUAL" val="0"/>
  <p:tag name="KSO_WM_UNIT_DIAGRAM_ISREFERUNIT" val="0"/>
  <p:tag name="KSO_WM_UNIT_TYPE" val="a"/>
  <p:tag name="KSO_WM_UNIT_INDEX" val="1"/>
  <p:tag name="KSO_WM_UNIT_ID" val="diagram20207647_1*a*1"/>
  <p:tag name="KSO_WM_TEMPLATE_CATEGORY" val="diagram"/>
  <p:tag name="KSO_WM_TEMPLATE_INDEX" val="20207647"/>
  <p:tag name="KSO_WM_UNIT_LAYERLEVEL" val="1"/>
  <p:tag name="KSO_WM_TAG_VERSION" val="1.0"/>
  <p:tag name="KSO_WM_BEAUTIFY_FLAG" val="#wm#"/>
  <p:tag name="KSO_WM_UNIT_PRESET_TEXT" val="单击此处添加大标题内容"/>
  <p:tag name="KSO_WM_UNIT_DEFAULT_FONT" val="24;44;4"/>
  <p:tag name="KSO_WM_UNIT_BLOCK" val="0"/>
  <p:tag name="KSO_WM_UNIT_SHOW_EDIT_AREA_INDICATION" val="1"/>
  <p:tag name="KSO_WM_CHIP_GROUPID" val="5e7881253197e252a37019b5"/>
  <p:tag name="KSO_WM_CHIP_XID" val="5e7881253197e252a37019b6"/>
  <p:tag name="KSO_WM_UNIT_DEC_AREA_ID" val="84a7779063794c48a7012a39a45e86d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c079c758c6944b0d8e73425810d9358b"/>
  <p:tag name="KSO_WM_UNIT_TEXT_FILL_FORE_SCHEMECOLOR_INDEX_BRIGHTNESS" val="0"/>
  <p:tag name="KSO_WM_UNIT_TEXT_FILL_FORE_SCHEMECOLOR_INDEX" val="13"/>
  <p:tag name="KSO_WM_UNIT_TEXT_FILL_TYPE" val="1"/>
  <p:tag name="KSO_WM_TEMPLATE_ASSEMBLE_XID" val="60656e6f4054ed1e2fb7f89f"/>
  <p:tag name="KSO_WM_TEMPLATE_ASSEMBLE_GROUPID" val="60656e6f4054ed1e2fb7f89f"/>
</p:tagLst>
</file>

<file path=ppt/tags/tag76.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1_1"/>
  <p:tag name="KSO_WM_UNIT_ID" val="diagram20228770_3*l_h_i*1_1_1"/>
  <p:tag name="KSO_WM_TEMPLATE_CATEGORY" val="diagram"/>
  <p:tag name="KSO_WM_TEMPLATE_INDEX" val="20228770"/>
  <p:tag name="KSO_WM_UNIT_LAYERLEVEL" val="1_1_1"/>
  <p:tag name="KSO_WM_TAG_VERSION" val="1.0"/>
  <p:tag name="KSO_WM_BEAUTIFY_FLAG" val="#wm#"/>
  <p:tag name="KSO_WM_UNIT_FILL_FORE_SCHEMECOLOR_INDEX_BRIGHTNESS" val="0"/>
  <p:tag name="KSO_WM_UNIT_FILL_FORE_SCHEMECOLOR_INDEX" val="5"/>
  <p:tag name="KSO_WM_UNIT_FILL_TYPE" val="1"/>
  <p:tag name="KSO_WM_UNIT_SHADOW_SCHEMECOLOR_INDEX_BRIGHTNESS" val="-0.25"/>
  <p:tag name="KSO_WM_UNIT_SHADOW_SCHEMECOLOR_INDEX" val="5"/>
  <p:tag name="KSO_WM_UNIT_TEXT_FILL_FORE_SCHEMECOLOR_INDEX_BRIGHTNESS" val="0"/>
  <p:tag name="KSO_WM_UNIT_TEXT_FILL_FORE_SCHEMECOLOR_INDEX" val="2"/>
  <p:tag name="KSO_WM_UNIT_TEXT_FILL_TYPE" val="1"/>
  <p:tag name="KSO_WM_UNIT_USESOURCEFORMAT_APPLY" val="1"/>
  <p:tag name="KSO_WM_DIAGRAM_VIRTUALLY_FRAME" val="{&quot;height&quot;:236.1197637795276,&quot;left&quot;:35.978818897637794,&quot;top&quot;:102.34858267716534,&quot;width&quot;:648.0423622047244}"/>
</p:tagLst>
</file>

<file path=ppt/tags/tag77.xml><?xml version="1.0" encoding="utf-8"?>
<p:tagLst xmlns:p="http://schemas.openxmlformats.org/presentationml/2006/main">
  <p:tag name="KSO_WM_UNIT_SUBTYPE" val="a"/>
  <p:tag name="KSO_WM_UNIT_PRESET_TEXT" val="点击此处添加正文，文字是您思想的提炼，为了演示发布的良好效果，请言简意赅的阐述您的观点。"/>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1_1"/>
  <p:tag name="KSO_WM_UNIT_ID" val="diagram20228770_3*l_h_f*1_1_1"/>
  <p:tag name="KSO_WM_TEMPLATE_CATEGORY" val="diagram"/>
  <p:tag name="KSO_WM_TEMPLATE_INDEX" val="20228770"/>
  <p:tag name="KSO_WM_UNIT_LAYERLEVEL" val="1_1_1"/>
  <p:tag name="KSO_WM_TAG_VERSION" val="1.0"/>
  <p:tag name="KSO_WM_BEAUTIFY_FLAG" val="#wm#"/>
  <p:tag name="KSO_WM_UNIT_TEXT_FILL_FORE_SCHEMECOLOR_INDEX_BRIGHTNESS" val="0"/>
  <p:tag name="KSO_WM_UNIT_TEXT_FILL_FORE_SCHEMECOLOR_INDEX" val="14"/>
  <p:tag name="KSO_WM_UNIT_TEXT_FILL_TYPE" val="1"/>
  <p:tag name="KSO_WM_UNIT_USESOURCEFORMAT_APPLY" val="1"/>
  <p:tag name="KSO_WM_DIAGRAM_VIRTUALLY_FRAME" val="{&quot;height&quot;:236.1197637795276,&quot;left&quot;:35.978818897637794,&quot;top&quot;:102.34858267716534,&quot;width&quot;:648.0423622047244}"/>
</p:tagLst>
</file>

<file path=ppt/tags/tag78.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SUBTYPE" val="d"/>
  <p:tag name="KSO_WM_UNIT_TYPE" val="l_h_i"/>
  <p:tag name="KSO_WM_UNIT_INDEX" val="1_1_2"/>
  <p:tag name="KSO_WM_UNIT_ID" val="diagram20228770_3*l_h_i*1_1_2"/>
  <p:tag name="KSO_WM_TEMPLATE_CATEGORY" val="diagram"/>
  <p:tag name="KSO_WM_TEMPLATE_INDEX" val="20228770"/>
  <p:tag name="KSO_WM_UNIT_LAYERLEVEL" val="1_1_1"/>
  <p:tag name="KSO_WM_TAG_VERSION" val="1.0"/>
  <p:tag name="KSO_WM_BEAUTIFY_FLAG" val="#wm#"/>
  <p:tag name="KSO_WM_UNIT_TEXT_FILL_FORE_SCHEMECOLOR_INDEX_BRIGHTNESS" val="0"/>
  <p:tag name="KSO_WM_UNIT_TEXT_FILL_FORE_SCHEMECOLOR_INDEX" val="14"/>
  <p:tag name="KSO_WM_UNIT_TEXT_FILL_TYPE" val="1"/>
  <p:tag name="KSO_WM_UNIT_USESOURCEFORMAT_APPLY" val="1"/>
  <p:tag name="KSO_WM_DIAGRAM_VIRTUALLY_FRAME" val="{&quot;height&quot;:236.1197637795276,&quot;left&quot;:35.978818897637794,&quot;top&quot;:102.34858267716534,&quot;width&quot;:648.0423622047244}"/>
</p:tagLst>
</file>

<file path=ppt/tags/tag79.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1_3"/>
  <p:tag name="KSO_WM_UNIT_ID" val="diagram20228770_3*l_h_i*1_1_3"/>
  <p:tag name="KSO_WM_TEMPLATE_CATEGORY" val="diagram"/>
  <p:tag name="KSO_WM_TEMPLATE_INDEX" val="20228770"/>
  <p:tag name="KSO_WM_UNIT_LAYERLEVEL" val="1_1_1"/>
  <p:tag name="KSO_WM_TAG_VERSION" val="1.0"/>
  <p:tag name="KSO_WM_BEAUTIFY_FLAG" val="#wm#"/>
  <p:tag name="KSO_WM_UNIT_FILL_FORE_SCHEMECOLOR_INDEX_BRIGHTNESS" val="0"/>
  <p:tag name="KSO_WM_UNIT_FILL_FORE_SCHEMECOLOR_INDEX" val="14"/>
  <p:tag name="KSO_WM_UNIT_FILL_TYPE" val="1"/>
  <p:tag name="KSO_WM_UNIT_TEXT_FILL_FORE_SCHEMECOLOR_INDEX_BRIGHTNESS" val="0"/>
  <p:tag name="KSO_WM_UNIT_TEXT_FILL_FORE_SCHEMECOLOR_INDEX" val="2"/>
  <p:tag name="KSO_WM_UNIT_TEXT_FILL_TYPE" val="1"/>
  <p:tag name="KSO_WM_UNIT_USESOURCEFORMAT_APPLY" val="1"/>
  <p:tag name="KSO_WM_DIAGRAM_VIRTUALLY_FRAME" val="{&quot;height&quot;:236.1197637795276,&quot;left&quot;:35.978818897637794,&quot;top&quot;:102.34858267716534,&quot;width&quot;:648.0423622047244}"/>
</p:tagLst>
</file>

<file path=ppt/tags/tag80.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2_1"/>
  <p:tag name="KSO_WM_UNIT_ID" val="diagram20228770_3*l_h_i*1_2_1"/>
  <p:tag name="KSO_WM_TEMPLATE_CATEGORY" val="diagram"/>
  <p:tag name="KSO_WM_TEMPLATE_INDEX" val="20228770"/>
  <p:tag name="KSO_WM_UNIT_LAYERLEVEL" val="1_1_1"/>
  <p:tag name="KSO_WM_TAG_VERSION" val="1.0"/>
  <p:tag name="KSO_WM_BEAUTIFY_FLAG" val="#wm#"/>
  <p:tag name="KSO_WM_UNIT_FILL_FORE_SCHEMECOLOR_INDEX_BRIGHTNESS" val="0.25"/>
  <p:tag name="KSO_WM_UNIT_FILL_FORE_SCHEMECOLOR_INDEX" val="13"/>
  <p:tag name="KSO_WM_UNIT_FILL_TYPE" val="1"/>
  <p:tag name="KSO_WM_UNIT_SHADOW_SCHEMECOLOR_INDEX_BRIGHTNESS" val="0"/>
  <p:tag name="KSO_WM_UNIT_SHADOW_SCHEMECOLOR_INDEX" val="13"/>
  <p:tag name="KSO_WM_UNIT_TEXT_FILL_FORE_SCHEMECOLOR_INDEX_BRIGHTNESS" val="0"/>
  <p:tag name="KSO_WM_UNIT_TEXT_FILL_FORE_SCHEMECOLOR_INDEX" val="2"/>
  <p:tag name="KSO_WM_UNIT_TEXT_FILL_TYPE" val="1"/>
  <p:tag name="KSO_WM_UNIT_USESOURCEFORMAT_APPLY" val="1"/>
  <p:tag name="KSO_WM_DIAGRAM_VIRTUALLY_FRAME" val="{&quot;height&quot;:236.1197637795276,&quot;left&quot;:35.978818897637794,&quot;top&quot;:102.34858267716534,&quot;width&quot;:648.0423622047244}"/>
</p:tagLst>
</file>

<file path=ppt/tags/tag81.xml><?xml version="1.0" encoding="utf-8"?>
<p:tagLst xmlns:p="http://schemas.openxmlformats.org/presentationml/2006/main">
  <p:tag name="KSO_WM_UNIT_SUBTYPE" val="a"/>
  <p:tag name="KSO_WM_UNIT_PRESET_TEXT" val="点击此处添加正文，文字是您思想的提炼，为了演示发布的良好效果，请言简意赅的阐述您的观点。"/>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2_1"/>
  <p:tag name="KSO_WM_UNIT_ID" val="diagram20228770_3*l_h_f*1_2_1"/>
  <p:tag name="KSO_WM_TEMPLATE_CATEGORY" val="diagram"/>
  <p:tag name="KSO_WM_TEMPLATE_INDEX" val="20228770"/>
  <p:tag name="KSO_WM_UNIT_LAYERLEVEL" val="1_1_1"/>
  <p:tag name="KSO_WM_TAG_VERSION" val="1.0"/>
  <p:tag name="KSO_WM_BEAUTIFY_FLAG" val="#wm#"/>
  <p:tag name="KSO_WM_UNIT_TEXT_FILL_FORE_SCHEMECOLOR_INDEX_BRIGHTNESS" val="0"/>
  <p:tag name="KSO_WM_UNIT_TEXT_FILL_FORE_SCHEMECOLOR_INDEX" val="14"/>
  <p:tag name="KSO_WM_UNIT_TEXT_FILL_TYPE" val="1"/>
  <p:tag name="KSO_WM_UNIT_USESOURCEFORMAT_APPLY" val="1"/>
  <p:tag name="KSO_WM_DIAGRAM_VIRTUALLY_FRAME" val="{&quot;height&quot;:236.1197637795276,&quot;left&quot;:35.978818897637794,&quot;top&quot;:102.34858267716534,&quot;width&quot;:648.0423622047244}"/>
</p:tagLst>
</file>

<file path=ppt/tags/tag82.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2_3"/>
  <p:tag name="KSO_WM_UNIT_ID" val="diagram20228770_3*l_h_i*1_2_3"/>
  <p:tag name="KSO_WM_TEMPLATE_CATEGORY" val="diagram"/>
  <p:tag name="KSO_WM_TEMPLATE_INDEX" val="20228770"/>
  <p:tag name="KSO_WM_UNIT_LAYERLEVEL" val="1_1_1"/>
  <p:tag name="KSO_WM_TAG_VERSION" val="1.0"/>
  <p:tag name="KSO_WM_BEAUTIFY_FLAG" val="#wm#"/>
  <p:tag name="KSO_WM_UNIT_FILL_FORE_SCHEMECOLOR_INDEX_BRIGHTNESS" val="0"/>
  <p:tag name="KSO_WM_UNIT_FILL_FORE_SCHEMECOLOR_INDEX" val="14"/>
  <p:tag name="KSO_WM_UNIT_FILL_TYPE" val="1"/>
  <p:tag name="KSO_WM_UNIT_TEXT_FILL_FORE_SCHEMECOLOR_INDEX_BRIGHTNESS" val="0"/>
  <p:tag name="KSO_WM_UNIT_TEXT_FILL_FORE_SCHEMECOLOR_INDEX" val="2"/>
  <p:tag name="KSO_WM_UNIT_TEXT_FILL_TYPE" val="1"/>
  <p:tag name="KSO_WM_UNIT_USESOURCEFORMAT_APPLY" val="1"/>
  <p:tag name="KSO_WM_DIAGRAM_VIRTUALLY_FRAME" val="{&quot;height&quot;:236.1197637795276,&quot;left&quot;:35.978818897637794,&quot;top&quot;:102.34858267716534,&quot;width&quot;:648.0423622047244}"/>
</p:tagLst>
</file>

<file path=ppt/tags/tag83.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SUBTYPE" val="d"/>
  <p:tag name="KSO_WM_UNIT_TYPE" val="l_h_i"/>
  <p:tag name="KSO_WM_UNIT_INDEX" val="1_2_2"/>
  <p:tag name="KSO_WM_UNIT_ID" val="diagram20228770_3*l_h_i*1_2_2"/>
  <p:tag name="KSO_WM_TEMPLATE_CATEGORY" val="diagram"/>
  <p:tag name="KSO_WM_TEMPLATE_INDEX" val="20228770"/>
  <p:tag name="KSO_WM_UNIT_LAYERLEVEL" val="1_1_1"/>
  <p:tag name="KSO_WM_TAG_VERSION" val="1.0"/>
  <p:tag name="KSO_WM_BEAUTIFY_FLAG" val="#wm#"/>
  <p:tag name="KSO_WM_UNIT_TEXT_FILL_FORE_SCHEMECOLOR_INDEX_BRIGHTNESS" val="0"/>
  <p:tag name="KSO_WM_UNIT_TEXT_FILL_FORE_SCHEMECOLOR_INDEX" val="14"/>
  <p:tag name="KSO_WM_UNIT_TEXT_FILL_TYPE" val="1"/>
  <p:tag name="KSO_WM_UNIT_USESOURCEFORMAT_APPLY" val="1"/>
  <p:tag name="KSO_WM_DIAGRAM_VIRTUALLY_FRAME" val="{&quot;height&quot;:236.1197637795276,&quot;left&quot;:35.978818897637794,&quot;top&quot;:102.34858267716534,&quot;width&quot;:648.0423622047244}"/>
</p:tagLst>
</file>

<file path=ppt/tags/tag84.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3_1"/>
  <p:tag name="KSO_WM_UNIT_ID" val="diagram20228770_3*l_h_i*1_3_1"/>
  <p:tag name="KSO_WM_TEMPLATE_CATEGORY" val="diagram"/>
  <p:tag name="KSO_WM_TEMPLATE_INDEX" val="20228770"/>
  <p:tag name="KSO_WM_UNIT_LAYERLEVEL" val="1_1_1"/>
  <p:tag name="KSO_WM_TAG_VERSION" val="1.0"/>
  <p:tag name="KSO_WM_BEAUTIFY_FLAG" val="#wm#"/>
  <p:tag name="KSO_WM_UNIT_FILL_FORE_SCHEMECOLOR_INDEX_BRIGHTNESS" val="0"/>
  <p:tag name="KSO_WM_UNIT_FILL_FORE_SCHEMECOLOR_INDEX" val="5"/>
  <p:tag name="KSO_WM_UNIT_FILL_TYPE" val="1"/>
  <p:tag name="KSO_WM_UNIT_SHADOW_SCHEMECOLOR_INDEX_BRIGHTNESS" val="-0.25"/>
  <p:tag name="KSO_WM_UNIT_SHADOW_SCHEMECOLOR_INDEX" val="5"/>
  <p:tag name="KSO_WM_UNIT_TEXT_FILL_FORE_SCHEMECOLOR_INDEX_BRIGHTNESS" val="0"/>
  <p:tag name="KSO_WM_UNIT_TEXT_FILL_FORE_SCHEMECOLOR_INDEX" val="2"/>
  <p:tag name="KSO_WM_UNIT_TEXT_FILL_TYPE" val="1"/>
  <p:tag name="KSO_WM_UNIT_USESOURCEFORMAT_APPLY" val="1"/>
  <p:tag name="KSO_WM_DIAGRAM_VIRTUALLY_FRAME" val="{&quot;height&quot;:236.1197637795276,&quot;left&quot;:35.978818897637794,&quot;top&quot;:102.34858267716534,&quot;width&quot;:648.0423622047244}"/>
</p:tagLst>
</file>

<file path=ppt/tags/tag85.xml><?xml version="1.0" encoding="utf-8"?>
<p:tagLst xmlns:p="http://schemas.openxmlformats.org/presentationml/2006/main">
  <p:tag name="KSO_WM_UNIT_SUBTYPE" val="a"/>
  <p:tag name="KSO_WM_UNIT_PRESET_TEXT" val="点击此处添加正文，文字是您思想的提炼，为了演示发布的良好效果，请言简意赅的阐述您的观点。"/>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3_1"/>
  <p:tag name="KSO_WM_UNIT_ID" val="diagram20228770_3*l_h_f*1_3_1"/>
  <p:tag name="KSO_WM_TEMPLATE_CATEGORY" val="diagram"/>
  <p:tag name="KSO_WM_TEMPLATE_INDEX" val="20228770"/>
  <p:tag name="KSO_WM_UNIT_LAYERLEVEL" val="1_1_1"/>
  <p:tag name="KSO_WM_TAG_VERSION" val="1.0"/>
  <p:tag name="KSO_WM_BEAUTIFY_FLAG" val="#wm#"/>
  <p:tag name="KSO_WM_UNIT_TEXT_FILL_FORE_SCHEMECOLOR_INDEX_BRIGHTNESS" val="0"/>
  <p:tag name="KSO_WM_UNIT_TEXT_FILL_FORE_SCHEMECOLOR_INDEX" val="14"/>
  <p:tag name="KSO_WM_UNIT_TEXT_FILL_TYPE" val="1"/>
  <p:tag name="KSO_WM_UNIT_USESOURCEFORMAT_APPLY" val="1"/>
  <p:tag name="KSO_WM_DIAGRAM_VIRTUALLY_FRAME" val="{&quot;height&quot;:236.1197637795276,&quot;left&quot;:35.978818897637794,&quot;top&quot;:102.34858267716534,&quot;width&quot;:648.0423622047244}"/>
</p:tagLst>
</file>

<file path=ppt/tags/tag86.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3_3"/>
  <p:tag name="KSO_WM_UNIT_ID" val="diagram20228770_3*l_h_i*1_3_3"/>
  <p:tag name="KSO_WM_TEMPLATE_CATEGORY" val="diagram"/>
  <p:tag name="KSO_WM_TEMPLATE_INDEX" val="20228770"/>
  <p:tag name="KSO_WM_UNIT_LAYERLEVEL" val="1_1_1"/>
  <p:tag name="KSO_WM_TAG_VERSION" val="1.0"/>
  <p:tag name="KSO_WM_BEAUTIFY_FLAG" val="#wm#"/>
  <p:tag name="KSO_WM_UNIT_FILL_FORE_SCHEMECOLOR_INDEX_BRIGHTNESS" val="0"/>
  <p:tag name="KSO_WM_UNIT_FILL_FORE_SCHEMECOLOR_INDEX" val="14"/>
  <p:tag name="KSO_WM_UNIT_FILL_TYPE" val="1"/>
  <p:tag name="KSO_WM_UNIT_TEXT_FILL_FORE_SCHEMECOLOR_INDEX_BRIGHTNESS" val="0"/>
  <p:tag name="KSO_WM_UNIT_TEXT_FILL_FORE_SCHEMECOLOR_INDEX" val="2"/>
  <p:tag name="KSO_WM_UNIT_TEXT_FILL_TYPE" val="1"/>
  <p:tag name="KSO_WM_UNIT_USESOURCEFORMAT_APPLY" val="1"/>
  <p:tag name="KSO_WM_DIAGRAM_VIRTUALLY_FRAME" val="{&quot;height&quot;:236.1197637795276,&quot;left&quot;:35.978818897637794,&quot;top&quot;:102.34858267716534,&quot;width&quot;:648.0423622047244}"/>
</p:tagLst>
</file>

<file path=ppt/tags/tag87.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SUBTYPE" val="d"/>
  <p:tag name="KSO_WM_UNIT_TYPE" val="l_h_i"/>
  <p:tag name="KSO_WM_UNIT_INDEX" val="1_3_2"/>
  <p:tag name="KSO_WM_UNIT_ID" val="diagram20228770_3*l_h_i*1_3_2"/>
  <p:tag name="KSO_WM_TEMPLATE_CATEGORY" val="diagram"/>
  <p:tag name="KSO_WM_TEMPLATE_INDEX" val="20228770"/>
  <p:tag name="KSO_WM_UNIT_LAYERLEVEL" val="1_1_1"/>
  <p:tag name="KSO_WM_TAG_VERSION" val="1.0"/>
  <p:tag name="KSO_WM_BEAUTIFY_FLAG" val="#wm#"/>
  <p:tag name="KSO_WM_UNIT_TEXT_FILL_FORE_SCHEMECOLOR_INDEX_BRIGHTNESS" val="0"/>
  <p:tag name="KSO_WM_UNIT_TEXT_FILL_FORE_SCHEMECOLOR_INDEX" val="14"/>
  <p:tag name="KSO_WM_UNIT_TEXT_FILL_TYPE" val="1"/>
  <p:tag name="KSO_WM_UNIT_USESOURCEFORMAT_APPLY" val="1"/>
  <p:tag name="KSO_WM_DIAGRAM_VIRTUALLY_FRAME" val="{&quot;height&quot;:236.1197637795276,&quot;left&quot;:35.978818897637794,&quot;top&quot;:102.34858267716534,&quot;width&quot;:648.0423622047244}"/>
</p:tagLst>
</file>

<file path=ppt/tags/tag88.xml><?xml version="1.0" encoding="utf-8"?>
<p:tagLst xmlns:p="http://schemas.openxmlformats.org/presentationml/2006/main">
  <p:tag name="KSO_WM_BEAUTIFY_FLAG" val="#wm#"/>
  <p:tag name="KSO_WM_TEMPLATE_CATEGORY" val="diagram"/>
  <p:tag name="KSO_WM_TEMPLATE_INDEX" val="20207647"/>
  <p:tag name="KSO_WM_SLIDE_CAN_ADD_NAVIGATION" val="1"/>
  <p:tag name="KSO_WM_SLIDE_BACKGROUND" val="[&quot;navigation&quot;]"/>
  <p:tag name="KSO_WM_SLIDE_RATIO" val="1.777778"/>
  <p:tag name="KSO_WM_CHIP_INFOS" val="{&quot;type&quot;:0,&quot;layout_type&quot;:&quot;navigation&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slide_type&quot;:[&quot;text&quot;]}"/>
  <p:tag name="KSO_WM_SLIDE_ID" val="diagram20207647_1"/>
  <p:tag name="KSO_WM_TEMPLATE_SUBCATEGORY" val="21"/>
  <p:tag name="KSO_WM_TEMPLATE_MASTER_TYPE" val="0"/>
  <p:tag name="KSO_WM_TEMPLATE_COLOR_TYPE" val="1"/>
  <p:tag name="KSO_WM_SLIDE_TYPE" val="text"/>
  <p:tag name="KSO_WM_SLIDE_SUBTYPE" val="picTxt"/>
  <p:tag name="KSO_WM_SLIDE_ITEM_CNT" val="0"/>
  <p:tag name="KSO_WM_SLIDE_INDEX" val="1"/>
  <p:tag name="KSO_WM_SLIDE_SIZE" val="960*468"/>
  <p:tag name="KSO_WM_SLIDE_POSITION" val="0*0"/>
  <p:tag name="KSO_WM_TAG_VERSION" val="1.0"/>
  <p:tag name="KSO_WM_SLIDE_LAYOUT" val="a_d"/>
  <p:tag name="KSO_WM_SLIDE_LAYOUT_CNT" val="1_1"/>
  <p:tag name="KSO_WM_CHIP_FILLPROP" val="[[{&quot;text_align&quot;:&quot;lm&quot;,&quot;text_direction&quot;:&quot;horizontal&quot;,&quot;support_big_font&quot;:false,&quot;picture_toward&quot;:0,&quot;picture_dockside&quot;:[],&quot;fill_id&quot;:&quot;c934b58042b44607bfcc30469ccc57d1&quot;,&quot;fill_align&quot;:&quot;lm&quot;,&quot;chip_types&quot;:[&quot;header&quot;]},{&quot;text_align&quot;:&quot;lm&quot;,&quot;text_direction&quot;:&quot;horizontal&quot;,&quot;support_features&quot;:[&quot;collage&quot;,&quot;carousel&quot;],&quot;support_big_font&quot;:false,&quot;picture_toward&quot;:0,&quot;picture_dockside&quot;:[],&quot;fill_id&quot;:&quot;537f454074a24564a7dd15a2992bf40d&quot;,&quot;fill_align&quot;:&quot;cm&quot;,&quot;chip_types&quot;:[&quot;picture&quot;,&quot;diagram&quot;,&quot;pictext&quot;,&quot;table&quot;,&quot;chart&quot;,&quot;video&quot;,&quot;text&quot;]}]]"/>
  <p:tag name="KSO_WM_CHIP_XID" val="5eeaeb09008addf29f4264c3"/>
  <p:tag name="KSO_WM_CHIP_DECFILLPROP" val="[]"/>
  <p:tag name="KSO_WM_CHIP_GROUPID" val="5eeaeb09008addf29f4264c2"/>
  <p:tag name="KSO_WM_SLIDE_BK_DARK_LIGHT" val="2"/>
  <p:tag name="KSO_WM_SLIDE_BACKGROUND_TYPE" val="navigation"/>
  <p:tag name="KSO_WM_SLIDE_SUPPORT_FEATURE_TYPE" val="3"/>
  <p:tag name="KSO_WM_TEMPLATE_ASSEMBLE_XID" val="60656e6f4054ed1e2fb7f89f"/>
  <p:tag name="KSO_WM_TEMPLATE_ASSEMBLE_GROUPID" val="60656e6f4054ed1e2fb7f89f"/>
  <p:tag name="KSO_WM_SLIDE_LAYOUT_INFO" val="{&quot;id&quot;:&quot;2021-04-01T14:58:35&quot;,&quot;maxSize&quot;:{&quot;size1&quot;:13.3},&quot;minSize&quot;:{&quot;size1&quot;:13.3},&quot;normalSize&quot;:{&quot;size1&quot;:13.3},&quot;subLayout&quot;:[{&quot;backgroundInfo&quot;:[{&quot;bottom&quot;:0,&quot;bottomAbs&quot;:false,&quot;left&quot;:0,&quot;leftAbs&quot;:false,&quot;right&quot;:0,&quot;rightAbs&quot;:false,&quot;top&quot;:0,&quot;topAbs&quot;:false,&quot;type&quot;:&quot;navigation&quot;}],&quot;id&quot;:&quot;2021-04-01T14:58:35&quot;,&quot;margin&quot;:{&quot;bottom&quot;:0.4230000674724579,&quot;left&quot;:1.2699999809265137,&quot;right&quot;:1.2699999809265137,&quot;top&quot;:0.4230000674724579},&quot;type&quot;:0},{&quot;id&quot;:&quot;2021-04-01T14:58:35&quot;,&quot;margin&quot;:{&quot;bottom&quot;:1.6929999589920044,&quot;left&quot;:1.6929999589920044,&quot;right&quot;:1.6929999589920044,&quot;top&quot;:0.847000002861023},&quot;type&quot;:0}],&quot;type&quot;:0}"/>
</p:tagLst>
</file>

<file path=ppt/tags/tag89.xml><?xml version="1.0" encoding="utf-8"?>
<p:tagLst xmlns:p="http://schemas.openxmlformats.org/presentationml/2006/main">
  <p:tag name="KSO_WM_UNIT_PICTURE_TOWARD" val="1"/>
  <p:tag name="KSO_WM_UNIT_HIGHLIGHT" val="0"/>
  <p:tag name="KSO_WM_UNIT_COMPATIBLE" val="0"/>
  <p:tag name="KSO_WM_UNIT_DIAGRAM_ISNUMVISUAL" val="0"/>
  <p:tag name="KSO_WM_UNIT_DIAGRAM_ISREFERUNIT" val="0"/>
  <p:tag name="KSO_WM_DIAGRAM_GROUP_CODE" val="ζ1-1"/>
  <p:tag name="KSO_WM_UNIT_TYPE" val="ζ_h_i"/>
  <p:tag name="KSO_WM_UNIT_INDEX" val="1_1_1"/>
  <p:tag name="KSO_WM_UNIT_ID" val="diagram20215444_1*ζ_h_i*1_1_1"/>
  <p:tag name="KSO_WM_TEMPLATE_CATEGORY" val="diagram"/>
  <p:tag name="KSO_WM_TEMPLATE_INDEX" val="20215444"/>
  <p:tag name="KSO_WM_UNIT_LAYERLEVEL" val="1_1_1"/>
  <p:tag name="KSO_WM_TAG_VERSION" val="1.0"/>
  <p:tag name="KSO_WM_BEAUTIFY_FLAG" val="#wm#"/>
  <p:tag name="KSO_WM_UNIT_DIAGRAM_MODELTYPE" val="creativePicture"/>
  <p:tag name="KSO_WM_UNIT_USESOURCEFORMAT_APPLY" val="1"/>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13"/>
  <p:tag name="KSO_WM_UNIT_TEXT_FILL_TYPE" val="1"/>
</p:tagLst>
</file>

<file path=ppt/tags/tag90.xml><?xml version="1.0" encoding="utf-8"?>
<p:tagLst xmlns:p="http://schemas.openxmlformats.org/presentationml/2006/main">
  <p:tag name="KSO_WM_UNIT_PICTURE_TOWARD" val="1"/>
  <p:tag name="KSO_WM_UNIT_HIGHLIGHT" val="0"/>
  <p:tag name="KSO_WM_UNIT_COMPATIBLE" val="0"/>
  <p:tag name="KSO_WM_UNIT_DIAGRAM_ISNUMVISUAL" val="0"/>
  <p:tag name="KSO_WM_UNIT_DIAGRAM_ISREFERUNIT" val="0"/>
  <p:tag name="KSO_WM_DIAGRAM_GROUP_CODE" val="ζ1-1"/>
  <p:tag name="KSO_WM_UNIT_TYPE" val="ζ_h_i"/>
  <p:tag name="KSO_WM_UNIT_INDEX" val="1_1_2"/>
  <p:tag name="KSO_WM_UNIT_ID" val="diagram20215444_1*ζ_h_i*1_1_2"/>
  <p:tag name="KSO_WM_TEMPLATE_CATEGORY" val="diagram"/>
  <p:tag name="KSO_WM_TEMPLATE_INDEX" val="20215444"/>
  <p:tag name="KSO_WM_UNIT_LAYERLEVEL" val="1_1_1"/>
  <p:tag name="KSO_WM_TAG_VERSION" val="1.0"/>
  <p:tag name="KSO_WM_BEAUTIFY_FLAG" val="#wm#"/>
  <p:tag name="KSO_WM_UNIT_DIAGRAM_MODELTYPE" val="creativePicture"/>
  <p:tag name="KSO_WM_UNIT_USESOURCEFORMAT_APPLY" val="1"/>
  <p:tag name="KSO_WM_UNIT_FILL_FORE_SCHEMECOLOR_INDEX_BRIGHTNESS" val="0.4"/>
  <p:tag name="KSO_WM_UNIT_FILL_FORE_SCHEMECOLOR_INDEX" val="5"/>
  <p:tag name="KSO_WM_UNIT_FILL_TYPE" val="1"/>
  <p:tag name="KSO_WM_UNIT_TEXT_FILL_FORE_SCHEMECOLOR_INDEX_BRIGHTNESS" val="0"/>
  <p:tag name="KSO_WM_UNIT_TEXT_FILL_FORE_SCHEMECOLOR_INDEX" val="13"/>
  <p:tag name="KSO_WM_UNIT_TEXT_FILL_TYPE" val="1"/>
</p:tagLst>
</file>

<file path=ppt/tags/tag91.xml><?xml version="1.0" encoding="utf-8"?>
<p:tagLst xmlns:p="http://schemas.openxmlformats.org/presentationml/2006/main">
  <p:tag name="KSO_WM_UNIT_PICTURE_TOWARD" val="1"/>
  <p:tag name="KSO_WM_UNIT_VALUE" val="801*801"/>
  <p:tag name="KSO_WM_UNIT_HIGHLIGHT" val="0"/>
  <p:tag name="KSO_WM_UNIT_COMPATIBLE" val="0"/>
  <p:tag name="KSO_WM_UNIT_DIAGRAM_ISNUMVISUAL" val="0"/>
  <p:tag name="KSO_WM_UNIT_DIAGRAM_ISREFERUNIT" val="0"/>
  <p:tag name="KSO_WM_DIAGRAM_GROUP_CODE" val="ζ1-1"/>
  <p:tag name="KSO_WM_UNIT_TYPE" val="ζ_h_d"/>
  <p:tag name="KSO_WM_UNIT_INDEX" val="1_1_1"/>
  <p:tag name="KSO_WM_UNIT_ID" val="diagram20215444_1*ζ_h_d*1_1_1"/>
  <p:tag name="KSO_WM_TEMPLATE_CATEGORY" val="diagram"/>
  <p:tag name="KSO_WM_TEMPLATE_INDEX" val="20215444"/>
  <p:tag name="KSO_WM_UNIT_LAYERLEVEL" val="1_1_1"/>
  <p:tag name="KSO_WM_TAG_VERSION" val="1.0"/>
  <p:tag name="KSO_WM_BEAUTIFY_FLAG" val="#wm#"/>
  <p:tag name="KSO_WM_UNIT_DIAGRAM_MODELTYPE" val="creativePicture"/>
  <p:tag name="KSO_WM_UNIT_USESOURCEFORMAT_APPLY" val="1"/>
</p:tagLst>
</file>

<file path=ppt/tags/tag92.xml><?xml version="1.0" encoding="utf-8"?>
<p:tagLst xmlns:p="http://schemas.openxmlformats.org/presentationml/2006/main">
  <p:tag name="KSO_WM_UNIT_PICTURE_TOWARD" val="1"/>
  <p:tag name="KSO_WM_UNIT_HIGHLIGHT" val="0"/>
  <p:tag name="KSO_WM_UNIT_COMPATIBLE" val="0"/>
  <p:tag name="KSO_WM_UNIT_DIAGRAM_ISNUMVISUAL" val="0"/>
  <p:tag name="KSO_WM_UNIT_DIAGRAM_ISREFERUNIT" val="0"/>
  <p:tag name="KSO_WM_DIAGRAM_GROUP_CODE" val="ζ1-1"/>
  <p:tag name="KSO_WM_UNIT_TYPE" val="ζ_h_i"/>
  <p:tag name="KSO_WM_UNIT_INDEX" val="1_1_3"/>
  <p:tag name="KSO_WM_UNIT_ID" val="diagram20215444_1*ζ_h_i*1_1_3"/>
  <p:tag name="KSO_WM_TEMPLATE_CATEGORY" val="diagram"/>
  <p:tag name="KSO_WM_TEMPLATE_INDEX" val="20215444"/>
  <p:tag name="KSO_WM_UNIT_LAYERLEVEL" val="1_1_1"/>
  <p:tag name="KSO_WM_TAG_VERSION" val="1.0"/>
  <p:tag name="KSO_WM_BEAUTIFY_FLAG" val="#wm#"/>
  <p:tag name="KSO_WM_UNIT_DIAGRAM_MODELTYPE" val="creativePicture"/>
  <p:tag name="KSO_WM_UNIT_USESOURCEFORMAT_APPLY" val="1"/>
  <p:tag name="KSO_WM_UNIT_LINE_FORE_SCHEMECOLOR_INDEX_BRIGHTNESS" val="-0.05"/>
  <p:tag name="KSO_WM_UNIT_LINE_FORE_SCHEMECOLOR_INDEX" val="14"/>
  <p:tag name="KSO_WM_UNIT_LINE_FILL_TYPE" val="2"/>
  <p:tag name="KSO_WM_UNIT_TEXT_FILL_FORE_SCHEMECOLOR_INDEX_BRIGHTNESS" val="0"/>
  <p:tag name="KSO_WM_UNIT_TEXT_FILL_FORE_SCHEMECOLOR_INDEX" val="13"/>
  <p:tag name="KSO_WM_UNIT_TEXT_FILL_TYPE" val="1"/>
</p:tagLst>
</file>

<file path=ppt/tags/tag93.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7032_1*f*1"/>
  <p:tag name="KSO_WM_TEMPLATE_CATEGORY" val="diagram"/>
  <p:tag name="KSO_WM_TEMPLATE_INDEX" val="20217032"/>
  <p:tag name="KSO_WM_UNIT_LAYERLEVEL" val="1"/>
  <p:tag name="KSO_WM_TAG_VERSION" val="1.0"/>
  <p:tag name="KSO_WM_BEAUTIFY_FLAG" val="#wm#"/>
  <p:tag name="KSO_WM_UNIT_DEFAULT_FONT" val="14;20;2"/>
  <p:tag name="KSO_WM_UNIT_BLOCK" val="0"/>
  <p:tag name="KSO_WM_UNIT_VALUE" val="144"/>
  <p:tag name="KSO_WM_UNIT_SHOW_EDIT_AREA_INDICATION" val="1"/>
  <p:tag name="KSO_WM_CHIP_GROUPID" val="5e6b05596848fb12bee65ac8"/>
  <p:tag name="KSO_WM_CHIP_XID" val="5e6b05596848fb12bee65aca"/>
  <p:tag name="KSO_WM_UNIT_DEC_AREA_ID" val="07d42e7a557c480bb239dd4d36dd2d32"/>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b&quot;,&quot;fill_mode&quot;:&quot;full&quot;,&quot;sacle_strategy&quot;:&quot;smart&quot;}"/>
  <p:tag name="KSO_WM_ASSEMBLE_CHIP_INDEX" val="a2f11842ffb24742be6c3c047d565edd"/>
  <p:tag name="KSO_WM_UNIT_SUPPORT_BIG_FONT" val="1"/>
  <p:tag name="KSO_WM_UNIT_TEXT_FILL_FORE_SCHEMECOLOR_INDEX_BRIGHTNESS" val="0.25"/>
  <p:tag name="KSO_WM_UNIT_TEXT_FILL_FORE_SCHEMECOLOR_INDEX" val="13"/>
  <p:tag name="KSO_WM_UNIT_TEXT_FILL_TYPE" val="1"/>
  <p:tag name="KSO_WM_TEMPLATE_ASSEMBLE_XID" val="6065703f4054ed1e2fb81493"/>
  <p:tag name="KSO_WM_TEMPLATE_ASSEMBLE_GROUPID" val="6065703f4054ed1e2fb81493"/>
</p:tagLst>
</file>

<file path=ppt/tags/tag9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17032_1*i*1"/>
  <p:tag name="KSO_WM_TEMPLATE_CATEGORY" val="diagram"/>
  <p:tag name="KSO_WM_TEMPLATE_INDEX" val="20217032"/>
  <p:tag name="KSO_WM_UNIT_LAYERLEVEL" val="1"/>
  <p:tag name="KSO_WM_TAG_VERSION" val="1.0"/>
  <p:tag name="KSO_WM_BEAUTIFY_FLAG" val="#wm#"/>
  <p:tag name="KSO_WM_UNIT_BLOCK" val="0"/>
  <p:tag name="KSO_WM_UNIT_SM_LIMIT_TYPE" val="1"/>
  <p:tag name="KSO_WM_UNIT_DEC_AREA_ID" val="99bd2141fac44da9ad18283ac7d2828f"/>
  <p:tag name="KSO_WM_UNIT_TYPE" val="i"/>
  <p:tag name="KSO_WM_UNIT_INDEX" val="1"/>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CHIP_GROUPID" val="5fadf195998712faa657ab86"/>
  <p:tag name="KSO_WM_CHIP_XID" val="5fadf195998712faa657ab87"/>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2"/>
  <p:tag name="KSO_WM_UNIT_TEXT_FILL_TYPE" val="1"/>
  <p:tag name="KSO_WM_UNIT_VALUE" val="0"/>
  <p:tag name="KSO_WM_TEMPLATE_ASSEMBLE_XID" val="6065703f4054ed1e2fb81493"/>
  <p:tag name="KSO_WM_TEMPLATE_ASSEMBLE_GROUPID" val="6065703f4054ed1e2fb81493"/>
</p:tagLst>
</file>

<file path=ppt/tags/tag95.xml><?xml version="1.0" encoding="utf-8"?>
<p:tagLst xmlns:p="http://schemas.openxmlformats.org/presentationml/2006/main">
  <p:tag name="KSO_WM_BEAUTIFY_FLAG" val="#wm#"/>
  <p:tag name="KSO_WM_TEMPLATE_CATEGORY" val="diagram"/>
  <p:tag name="KSO_WM_TEMPLATE_INDEX" val="20217032"/>
  <p:tag name="KSO_WM_SLIDE_ID" val="diagram20217032_1"/>
  <p:tag name="KSO_WM_TEMPLATE_SUBCATEGORY" val="21"/>
  <p:tag name="KSO_WM_TEMPLATE_MASTER_TYPE" val="0"/>
  <p:tag name="KSO_WM_TEMPLATE_COLOR_TYPE" val="1"/>
  <p:tag name="KSO_WM_SLIDE_ITEM_CNT" val="0"/>
  <p:tag name="KSO_WM_SLIDE_INDEX" val="1"/>
  <p:tag name="KSO_WM_TAG_VERSION" val="1.0"/>
  <p:tag name="KSO_WM_SLIDE_LAYOUT" val="d_f"/>
  <p:tag name="KSO_WM_SLIDE_LAYOUT_CNT" val="1_1"/>
  <p:tag name="KSO_WM_SLIDE_LAYOUT_INFO" val="{&quot;direction&quot;:1,&quot;id&quot;:&quot;2021-04-01T16:15:33&quot;,&quot;maxSize&quot;:{&quot;size1&quot;:58.8},&quot;minSize&quot;:{&quot;size1&quot;:38.8},&quot;normalSize&quot;:{&quot;size1&quot;:54.7375},&quot;subLayout&quot;:[{&quot;id&quot;:&quot;2021-04-01T16:15:33&quot;,&quot;margin&quot;:{&quot;bottom&quot;:1.6929999589920044,&quot;left&quot;:2.117000102996826,&quot;right&quot;:0,&quot;top&quot;:1.6929999589920044},&quot;type&quot;:0},{&quot;id&quot;:&quot;2021-04-01T16:15:33&quot;,&quot;margin&quot;:{&quot;bottom&quot;:1.6929999589920044,&quot;left&quot;:1.6929999589920044,&quot;right&quot;:1.6929999589920044,&quot;top&quot;:1.6929999589920044},&quot;type&quot;:0}],&quot;type&quot;:0}"/>
  <p:tag name="KSO_WM_SLIDE_RATIO" val="1.777778"/>
  <p:tag name="KSO_WM_CHIP_INFOS" val="{&quot;type&quot;:0,&quot;layout_type&quot;:&quot;leftright&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slide_type&quot;:[&quot;text&quot;]}"/>
  <p:tag name="KSO_WM_CHIP_XID" val="5fadf195998712faa657ab87"/>
  <p:tag name="KSO_WM_CHIP_FILLPROP" val="[[{&quot;text_align&quot;:&quot;cm&quot;,&quot;text_direction&quot;:&quot;horizontal&quot;,&quot;support_features&quot;:[&quot;creativepic&quot;],&quot;support_big_font&quot;:false,&quot;picture_toward&quot;:1,&quot;picture_dockside&quot;:[],&quot;fill_id&quot;:&quot;046a24402aa84fab9950226b440a17c8&quot;,&quot;fill_align&quot;:&quot;cm&quot;,&quot;chip_types&quot;:[&quot;picture&quot;]},{&quot;text_align&quot;:&quot;lb&quot;,&quot;text_direction&quot;:&quot;horizontal&quot;,&quot;support_big_font&quot;:true,&quot;picture_toward&quot;:0,&quot;picture_dockside&quot;:[],&quot;fill_id&quot;:&quot;20916184201d4f298034d43814fcc4fa&quot;,&quot;fill_align&quot;:&quot;lb&quot;,&quot;chip_types&quot;:[&quot;text&quot;]}]]"/>
  <p:tag name="KSO_WM_CHIP_DECFILLPROP" val="[]"/>
  <p:tag name="KSO_WM_SLIDE_TYPE" val="text"/>
  <p:tag name="KSO_WM_SLIDE_SIZE" val="888*348"/>
  <p:tag name="KSO_WM_SLIDE_POSITION" val="0*95"/>
  <p:tag name="KSO_WM_CHIP_GROUPID" val="5fadf195998712faa657ab86"/>
  <p:tag name="KSO_WM_SLIDE_BK_DARK_LIGHT" val="2"/>
  <p:tag name="KSO_WM_SLIDE_BACKGROUND_TYPE" val="general"/>
  <p:tag name="KSO_WM_SLIDE_SUPPORT_FEATURE_TYPE" val="8"/>
  <p:tag name="KSO_WM_SLIDE_SUBTYPE" val="picTxt"/>
  <p:tag name="KSO_WM_TEMPLATE_ASSEMBLE_XID" val="6065703f4054ed1e2fb81493"/>
  <p:tag name="KSO_WM_TEMPLATE_ASSEMBLE_GROUPID" val="6065703f4054ed1e2fb81493"/>
</p:tagLst>
</file>

<file path=ppt/tags/tag96.xml><?xml version="1.0" encoding="utf-8"?>
<p:tagLst xmlns:p="http://schemas.openxmlformats.org/presentationml/2006/main">
  <p:tag name="KSO_WM_BEAUTIFY_FLAG" val=""/>
</p:tagLst>
</file>

<file path=ppt/tags/tag97.xml><?xml version="1.0" encoding="utf-8"?>
<p:tagLst xmlns:p="http://schemas.openxmlformats.org/presentationml/2006/main">
  <p:tag name="KSO_WM_BEAUTIFY_FLAG" val="#wm#"/>
  <p:tag name="KSO_WM_TEMPLATE_CATEGORY" val="diagram"/>
  <p:tag name="KSO_WM_TEMPLATE_INDEX" val="20217032"/>
</p:tagLst>
</file>

<file path=ppt/tags/tag9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11243_1*i*1"/>
  <p:tag name="KSO_WM_UNIT_LAYERLEVEL" val="1"/>
  <p:tag name="KSO_WM_TAG_VERSION" val="1.0"/>
  <p:tag name="KSO_WM_BEAUTIFY_FLAG" val="#wm#"/>
  <p:tag name="KSO_WM_UNIT_TYPE" val="i"/>
  <p:tag name="KSO_WM_UNIT_INDEX" val="1"/>
  <p:tag name="KSO_WM_UNIT_SUBTYPE" val="h"/>
  <p:tag name="KSO_WM_SLIDE_BACKGROUND_TYPE" val="navigation"/>
  <p:tag name="KSO_WM_SLIDE_BK_DARK_LIGHT" val="2"/>
  <p:tag name="KSO_WM_UNIT_BK_DARK_LIGHT" val="2"/>
  <p:tag name="KSO_WM_UNIT_FILL_FORE_SCHEMECOLOR_INDEX_BRIGHTNESS" val="0"/>
  <p:tag name="KSO_WM_UNIT_FILL_FORE_SCHEMECOLOR_INDEX" val="15"/>
  <p:tag name="KSO_WM_UNIT_FILL_TYPE" val="1"/>
  <p:tag name="KSO_WM_UNIT_TEXT_FILL_FORE_SCHEMECOLOR_INDEX_BRIGHTNESS" val="0"/>
  <p:tag name="KSO_WM_UNIT_TEXT_FILL_FORE_SCHEMECOLOR_INDEX" val="2"/>
  <p:tag name="KSO_WM_UNIT_TEXT_FILL_TYPE" val="1"/>
  <p:tag name="KSO_WM_TEMPLATE_CATEGORY" val="diagram"/>
  <p:tag name="KSO_WM_TEMPLATE_INDEX" val="20211243"/>
  <p:tag name="KSO_WM_UNIT_VALUE" val="159"/>
  <p:tag name="KSO_WM_TEMPLATE_ASSEMBLE_XID" val="639af7e80c9383becde6942d"/>
  <p:tag name="KSO_WM_TEMPLATE_ASSEMBLE_GROUPID" val="639af7e80c9383becde6942d"/>
</p:tagLst>
</file>

<file path=ppt/tags/tag9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11243_1*i*2"/>
  <p:tag name="KSO_WM_TEMPLATE_CATEGORY" val="diagram"/>
  <p:tag name="KSO_WM_TEMPLATE_INDEX" val="20211243"/>
  <p:tag name="KSO_WM_UNIT_LAYERLEVEL" val="1"/>
  <p:tag name="KSO_WM_TAG_VERSION" val="1.0"/>
  <p:tag name="KSO_WM_BEAUTIFY_FLAG" val="#wm#"/>
  <p:tag name="KSO_WM_UNIT_BLOCK" val="0"/>
  <p:tag name="KSO_WM_UNIT_DEC_AREA_ID" val="828d5ee7673e4a7c944084cea4910c8c"/>
  <p:tag name="KSO_WM_UNIT_SM_LIMIT_TYPE" val="2"/>
  <p:tag name="KSO_WM_UNIT_TYPE" val="i"/>
  <p:tag name="KSO_WM_UNIT_INDEX" val="2"/>
  <p:tag name="KSO_WM_UNIT_DECORATE_INFO" val="{&quot;DecorateInfoH&quot;:{&quot;IsAbs&quot;:false},&quot;DecorateInfoW&quot;:{&quot;IsAbs&quot;:false},&quot;DecorateInfoX&quot;:{&quot;IsAbs&quot;:false,&quot;Pos&quot;:1},&quot;DecorateInfoY&quot;:{&quot;IsAbs&quot;:false,&quot;Pos&quot;:1},&quot;ReferentInfo&quot;:{&quot;Id&quot;:&quot;376b2dd17733410aa50c6145e521e08f&quot;,&quot;X&quot;:{&quot;Pos&quot;:1},&quot;Y&quot;:{&quot;Pos&quot;:1}},&quot;whChangeMode&quot;:0}"/>
  <p:tag name="KSO_WM_CHIP_GROUPID" val="5f5ee1ca4d6848d78f644aeb"/>
  <p:tag name="KSO_WM_CHIP_XID" val="5f5f3b5d8e478fb0c58a93f0"/>
  <p:tag name="KSO_WM_UNIT_FILL_FORE_SCHEMECOLOR_INDEX_BRIGHTNESS" val="0"/>
  <p:tag name="KSO_WM_UNIT_FILL_FORE_SCHEMECOLOR_INDEX" val="16"/>
  <p:tag name="KSO_WM_UNIT_FILL_TYPE" val="1"/>
  <p:tag name="KSO_WM_UNIT_SHADOW_SCHEMECOLOR_INDEX_BRIGHTNESS" val="-0.5"/>
  <p:tag name="KSO_WM_UNIT_SHADOW_SCHEMECOLOR_INDEX" val="14"/>
  <p:tag name="KSO_WM_UNIT_TEXT_FILL_FORE_SCHEMECOLOR_INDEX_BRIGHTNESS" val="0"/>
  <p:tag name="KSO_WM_UNIT_TEXT_FILL_FORE_SCHEMECOLOR_INDEX" val="2"/>
  <p:tag name="KSO_WM_UNIT_TEXT_FILL_TYPE" val="1"/>
  <p:tag name="KSO_WM_UNIT_VALUE" val="440"/>
  <p:tag name="KSO_WM_TEMPLATE_ASSEMBLE_XID" val="639af7e80c9383becde6942d"/>
  <p:tag name="KSO_WM_TEMPLATE_ASSEMBLE_GROUPID" val="639af7e80c9383becde6942d"/>
</p:tagLst>
</file>

<file path=ppt/tags/tag100.xml><?xml version="1.0" encoding="utf-8"?>
<p:tagLst xmlns:p="http://schemas.openxmlformats.org/presentationml/2006/main">
  <p:tag name="KSO_WM_UNIT_ISCONTENTSTITLE" val="0"/>
  <p:tag name="KSO_WM_UNIT_ISNUMDGMTITLE" val="0"/>
  <p:tag name="KSO_WM_UNIT_NOCLEAR" val="0"/>
  <p:tag name="KSO_WM_UNIT_VALUE" val="31"/>
  <p:tag name="KSO_WM_UNIT_HIGHLIGHT" val="0"/>
  <p:tag name="KSO_WM_UNIT_COMPATIBLE" val="0"/>
  <p:tag name="KSO_WM_UNIT_DIAGRAM_ISNUMVISUAL" val="0"/>
  <p:tag name="KSO_WM_UNIT_DIAGRAM_ISREFERUNIT" val="0"/>
  <p:tag name="KSO_WM_UNIT_TYPE" val="a"/>
  <p:tag name="KSO_WM_UNIT_INDEX" val="1"/>
  <p:tag name="KSO_WM_UNIT_ID" val="diagram20211243_1*a*1"/>
  <p:tag name="KSO_WM_TEMPLATE_CATEGORY" val="diagram"/>
  <p:tag name="KSO_WM_TEMPLATE_INDEX" val="20211243"/>
  <p:tag name="KSO_WM_UNIT_LAYERLEVEL" val="1"/>
  <p:tag name="KSO_WM_TAG_VERSION" val="1.0"/>
  <p:tag name="KSO_WM_BEAUTIFY_FLAG" val="#wm#"/>
  <p:tag name="KSO_WM_UNIT_PRESET_TEXT" val="单击此处添加大标题内容"/>
  <p:tag name="KSO_WM_UNIT_DEFAULT_FONT" val="24;44;4"/>
  <p:tag name="KSO_WM_UNIT_BLOCK" val="0"/>
  <p:tag name="KSO_WM_UNIT_SHOW_EDIT_AREA_INDICATION" val="1"/>
  <p:tag name="KSO_WM_CHIP_GROUPID" val="5e7881253197e252a37019b5"/>
  <p:tag name="KSO_WM_CHIP_XID" val="5e7881253197e252a37019b6"/>
  <p:tag name="KSO_WM_UNIT_DEC_AREA_ID" val="66f4202f0f0f4bea8883f78590511a13"/>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cdda476990dc43289fcea8b698d5b000"/>
  <p:tag name="KSO_WM_UNIT_TEXT_FILL_FORE_SCHEMECOLOR_INDEX_BRIGHTNESS" val="0"/>
  <p:tag name="KSO_WM_UNIT_TEXT_FILL_FORE_SCHEMECOLOR_INDEX" val="13"/>
  <p:tag name="KSO_WM_UNIT_TEXT_FILL_TYPE" val="1"/>
  <p:tag name="KSO_WM_TEMPLATE_ASSEMBLE_XID" val="639af7e80c9383becde6942d"/>
  <p:tag name="KSO_WM_TEMPLATE_ASSEMBLE_GROUPID" val="639af7e80c9383becde6942d"/>
</p:tagLst>
</file>

<file path=ppt/tags/tag101.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地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地表达观点。"/>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1243_1*f*1"/>
  <p:tag name="KSO_WM_TEMPLATE_CATEGORY" val="diagram"/>
  <p:tag name="KSO_WM_TEMPLATE_INDEX" val="20211243"/>
  <p:tag name="KSO_WM_UNIT_LAYERLEVEL" val="1"/>
  <p:tag name="KSO_WM_TAG_VERSION" val="1.0"/>
  <p:tag name="KSO_WM_BEAUTIFY_FLAG" val="#wm#"/>
  <p:tag name="KSO_WM_UNIT_DEFAULT_FONT" val="14;20;2"/>
  <p:tag name="KSO_WM_UNIT_BLOCK" val="0"/>
  <p:tag name="KSO_WM_UNIT_VALUE" val="224"/>
  <p:tag name="KSO_WM_UNIT_SHOW_EDIT_AREA_INDICATION" val="1"/>
  <p:tag name="KSO_WM_CHIP_GROUPID" val="5e6b05596848fb12bee65ac8"/>
  <p:tag name="KSO_WM_CHIP_XID" val="5e6b05596848fb12bee65aca"/>
  <p:tag name="KSO_WM_UNIT_DEC_AREA_ID" val="376b2dd17733410aa50c6145e521e08f"/>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7b5173cf419d4b1bb6f01cb60e7310ba"/>
  <p:tag name="KSO_WM_UNIT_SUPPORT_UNIT_TYPE" val="[&quot;d&quot;,&quot;α&quot;,&quot;β&quot;,&quot;θ&quot;]"/>
  <p:tag name="KSO_WM_UNIT_TEXT_FILL_FORE_SCHEMECOLOR_INDEX_BRIGHTNESS" val="0.25"/>
  <p:tag name="KSO_WM_UNIT_TEXT_FILL_FORE_SCHEMECOLOR_INDEX" val="13"/>
  <p:tag name="KSO_WM_UNIT_TEXT_FILL_TYPE" val="1"/>
  <p:tag name="KSO_WM_TEMPLATE_ASSEMBLE_XID" val="639af7e80c9383becde6942d"/>
  <p:tag name="KSO_WM_TEMPLATE_ASSEMBLE_GROUPID" val="639af7e80c9383becde6942d"/>
</p:tagLst>
</file>

<file path=ppt/tags/tag102.xml><?xml version="1.0" encoding="utf-8"?>
<p:tagLst xmlns:p="http://schemas.openxmlformats.org/presentationml/2006/main">
  <p:tag name="KSO_WM_BEAUTIFY_FLAG" val="#wm#"/>
  <p:tag name="KSO_WM_TEMPLATE_CATEGORY" val="diagram"/>
  <p:tag name="KSO_WM_TEMPLATE_INDEX" val="20211243"/>
  <p:tag name="KSO_WM_SLIDE_LAYOUT_INFO" val="{&quot;id&quot;:&quot;2022-12-15T18:33:12&quot;,&quot;maxSize&quot;:{&quot;size1&quot;:13.3},&quot;minSize&quot;:{&quot;size1&quot;:13.3},&quot;normalSize&quot;:{&quot;size1&quot;:13.3},&quot;subLayout&quot;:[{&quot;backgroundInfo&quot;:[{&quot;bottom&quot;:0,&quot;bottomAbs&quot;:false,&quot;left&quot;:0,&quot;leftAbs&quot;:false,&quot;right&quot;:0,&quot;rightAbs&quot;:false,&quot;top&quot;:0,&quot;topAbs&quot;:false,&quot;type&quot;:&quot;navigation&quot;}],&quot;id&quot;:&quot;2022-12-15T18:33:12&quot;,&quot;margin&quot;:{&quot;bottom&quot;:0.4270000159740448,&quot;left&quot;:1.2649999856948853,&quot;right&quot;:1.274999976158142,&quot;top&quot;:0.41999998688697815},&quot;type&quot;:0},{&quot;id&quot;:&quot;2022-12-15T18:33:12&quot;,&quot;margin&quot;:{&quot;bottom&quot;:2.9629998207092285,&quot;left&quot;:3.809999942779541,&quot;right&quot;:3.809999942779541,&quot;top&quot;:3.38700008392334},&quot;type&quot;:0}],&quot;type&quot;:0}"/>
  <p:tag name="KSO_WM_SLIDE_BACKGROUND" val="[&quot;navigation&quot;]"/>
  <p:tag name="KSO_WM_SLIDE_RATIO" val="1.777778"/>
  <p:tag name="KSO_WM_SLIDE_ID" val="diagram20211243_1"/>
  <p:tag name="KSO_WM_TEMPLATE_SUBCATEGORY" val="21"/>
  <p:tag name="KSO_WM_TEMPLATE_MASTER_TYPE" val="0"/>
  <p:tag name="KSO_WM_TEMPLATE_COLOR_TYPE" val="1"/>
  <p:tag name="KSO_WM_SLIDE_ITEM_CNT" val="0"/>
  <p:tag name="KSO_WM_SLIDE_INDEX" val="1"/>
  <p:tag name="KSO_WM_TAG_VERSION" val="1.0"/>
  <p:tag name="KSO_WM_SLIDE_LAYOUT" val="a_f"/>
  <p:tag name="KSO_WM_SLIDE_LAYOUT_CNT" val="1_1"/>
  <p:tag name="KSO_WM_SLIDE_TYPE" val="text"/>
  <p:tag name="KSO_WM_SLIDE_SUBTYPE" val="pureTxt"/>
  <p:tag name="KSO_WM_SLIDE_SIZE" val="960*407"/>
  <p:tag name="KSO_WM_SLIDE_POSITION" val="0*0"/>
  <p:tag name="KSO_WM_CHIP_INFOS" val="{&quot;type&quot;:0,&quot;layout_type&quot;:&quot;navigation&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slide_type&quot;:[&quot;text&quot;]}"/>
  <p:tag name="KSO_WM_CHIP_XID" val="5f5f3b5d8e478fb0c58a93f0"/>
  <p:tag name="KSO_WM_CHIP_FILLPROP" val="[[{&quot;text_align&quot;:&quot;lm&quot;,&quot;text_direction&quot;:&quot;horizontal&quot;,&quot;support_big_font&quot;:false,&quot;picture_toward&quot;:0,&quot;picture_dockside&quot;:[],&quot;fill_id&quot;:&quot;c934b58042b44607bfcc30469ccc57d1&quot;,&quot;fill_align&quot;:&quot;lm&quot;,&quot;chip_types&quot;:[&quot;header&quot;]},{&quot;text_align&quot;:&quot;lm&quot;,&quot;text_direction&quot;:&quot;horizontal&quot;,&quot;support_big_font&quot;:false,&quot;picture_toward&quot;:0,&quot;picture_dockside&quot;:[],&quot;fill_id&quot;:&quot;d2ad3a6e3730411899b8d771a1ca619d&quot;,&quot;fill_align&quot;:&quot;cm&quot;,&quot;chip_types&quot;:[&quot;text&quot;,&quot;picture&quot;,&quot;chart&quot;,&quot;table&quot;,&quot;video&quot;]}]]"/>
  <p:tag name="FIXED_XID_TMP" val="5f5ee1ca4d6848d78f644aeb"/>
  <p:tag name="KSO_WM_CHIP_DECFILLPROP" val="[]"/>
  <p:tag name="KSO_WM_SLIDE_CAN_ADD_NAVIGATION" val="1"/>
  <p:tag name="KSO_WM_CHIP_GROUPID" val="5f5ee1ca4d6848d78f644aeb"/>
  <p:tag name="KSO_WM_SLIDE_BK_DARK_LIGHT" val="2"/>
  <p:tag name="KSO_WM_SLIDE_BACKGROUND_TYPE" val="navigation"/>
  <p:tag name="KSO_WM_SLIDE_SUPPORT_FEATURE_TYPE" val="0"/>
  <p:tag name="KSO_WM_TEMPLATE_ASSEMBLE_XID" val="639af7e80c9383becde6942d"/>
  <p:tag name="KSO_WM_TEMPLATE_ASSEMBLE_GROUPID" val="639af7e80c9383becde6942d"/>
</p:tagLst>
</file>

<file path=ppt/tags/tag10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11243_1*i*1"/>
  <p:tag name="KSO_WM_UNIT_LAYERLEVEL" val="1"/>
  <p:tag name="KSO_WM_TAG_VERSION" val="1.0"/>
  <p:tag name="KSO_WM_BEAUTIFY_FLAG" val=""/>
  <p:tag name="KSO_WM_UNIT_TYPE" val="i"/>
  <p:tag name="KSO_WM_UNIT_INDEX" val="1"/>
  <p:tag name="KSO_WM_UNIT_SUBTYPE" val="h"/>
  <p:tag name="KSO_WM_SLIDE_BACKGROUND_TYPE" val="navigation"/>
  <p:tag name="KSO_WM_SLIDE_BK_DARK_LIGHT" val="2"/>
  <p:tag name="KSO_WM_UNIT_BK_DARK_LIGHT" val="2"/>
  <p:tag name="KSO_WM_UNIT_FILL_FORE_SCHEMECOLOR_INDEX_BRIGHTNESS" val="0"/>
  <p:tag name="KSO_WM_UNIT_FILL_FORE_SCHEMECOLOR_INDEX" val="15"/>
  <p:tag name="KSO_WM_UNIT_FILL_TYPE" val="1"/>
  <p:tag name="KSO_WM_UNIT_TEXT_FILL_FORE_SCHEMECOLOR_INDEX_BRIGHTNESS" val="0"/>
  <p:tag name="KSO_WM_UNIT_TEXT_FILL_FORE_SCHEMECOLOR_INDEX" val="2"/>
  <p:tag name="KSO_WM_UNIT_TEXT_FILL_TYPE" val="1"/>
  <p:tag name="KSO_WM_TEMPLATE_CATEGORY" val="diagram"/>
  <p:tag name="KSO_WM_TEMPLATE_INDEX" val="20211243"/>
  <p:tag name="KSO_WM_UNIT_VALUE" val="159"/>
  <p:tag name="KSO_WM_TEMPLATE_ASSEMBLE_XID" val="639af7e80c9383becde6942d"/>
  <p:tag name="KSO_WM_TEMPLATE_ASSEMBLE_GROUPID" val="639af7e80c9383becde6942d"/>
</p:tagLst>
</file>

<file path=ppt/tags/tag104.xml><?xml version="1.0" encoding="utf-8"?>
<p:tagLst xmlns:p="http://schemas.openxmlformats.org/presentationml/2006/main">
  <p:tag name="KSO_WM_UNIT_ISCONTENTSTITLE" val="0"/>
  <p:tag name="KSO_WM_UNIT_ISNUMDGMTITLE" val="0"/>
  <p:tag name="KSO_WM_UNIT_NOCLEAR" val="0"/>
  <p:tag name="KSO_WM_UNIT_VALUE" val="31"/>
  <p:tag name="KSO_WM_UNIT_HIGHLIGHT" val="0"/>
  <p:tag name="KSO_WM_UNIT_COMPATIBLE" val="0"/>
  <p:tag name="KSO_WM_UNIT_DIAGRAM_ISNUMVISUAL" val="0"/>
  <p:tag name="KSO_WM_UNIT_DIAGRAM_ISREFERUNIT" val="0"/>
  <p:tag name="KSO_WM_UNIT_TYPE" val="a"/>
  <p:tag name="KSO_WM_UNIT_INDEX" val="1"/>
  <p:tag name="KSO_WM_UNIT_ID" val="diagram20211243_1*a*1"/>
  <p:tag name="KSO_WM_TEMPLATE_CATEGORY" val="diagram"/>
  <p:tag name="KSO_WM_TEMPLATE_INDEX" val="20211243"/>
  <p:tag name="KSO_WM_UNIT_LAYERLEVEL" val="1"/>
  <p:tag name="KSO_WM_TAG_VERSION" val="1.0"/>
  <p:tag name="KSO_WM_BEAUTIFY_FLAG" val=""/>
  <p:tag name="KSO_WM_UNIT_PRESET_TEXT" val="单击此处添加大标题内容"/>
  <p:tag name="KSO_WM_UNIT_DEFAULT_FONT" val="24;44;4"/>
  <p:tag name="KSO_WM_UNIT_BLOCK" val="0"/>
  <p:tag name="KSO_WM_UNIT_SHOW_EDIT_AREA_INDICATION" val="1"/>
  <p:tag name="KSO_WM_CHIP_GROUPID" val="5e7881253197e252a37019b5"/>
  <p:tag name="KSO_WM_CHIP_XID" val="5e7881253197e252a37019b6"/>
  <p:tag name="KSO_WM_UNIT_DEC_AREA_ID" val="66f4202f0f0f4bea8883f78590511a13"/>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cdda476990dc43289fcea8b698d5b000"/>
  <p:tag name="KSO_WM_UNIT_TEXT_FILL_FORE_SCHEMECOLOR_INDEX_BRIGHTNESS" val="0"/>
  <p:tag name="KSO_WM_UNIT_TEXT_FILL_FORE_SCHEMECOLOR_INDEX" val="13"/>
  <p:tag name="KSO_WM_UNIT_TEXT_FILL_TYPE" val="1"/>
  <p:tag name="KSO_WM_TEMPLATE_ASSEMBLE_XID" val="639af7e80c9383becde6942d"/>
  <p:tag name="KSO_WM_TEMPLATE_ASSEMBLE_GROUPID" val="639af7e80c9383becde6942d"/>
</p:tagLst>
</file>

<file path=ppt/tags/tag105.xml><?xml version="1.0" encoding="utf-8"?>
<p:tagLst xmlns:p="http://schemas.openxmlformats.org/presentationml/2006/main">
  <p:tag name="KSO_WM_BEAUTIFY_FLAG" val="#wm#"/>
  <p:tag name="KSO_WM_TEMPLATE_CATEGORY" val="diagram"/>
  <p:tag name="KSO_WM_TEMPLATE_INDEX" val="20211243"/>
</p:tagLst>
</file>

<file path=ppt/tags/tag10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05089_1*i*1"/>
  <p:tag name="KSO_WM_TEMPLATE_CATEGORY" val="diagram"/>
  <p:tag name="KSO_WM_TEMPLATE_INDEX" val="20205089"/>
  <p:tag name="KSO_WM_UNIT_LAYERLEVEL" val="1"/>
  <p:tag name="KSO_WM_TAG_VERSION" val="1.0"/>
  <p:tag name="KSO_WM_BEAUTIFY_FLAG" val="#wm#"/>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14"/>
  <p:tag name="KSO_WM_UNIT_TEXT_FILL_TYPE" val="1"/>
</p:tagLst>
</file>

<file path=ppt/tags/tag10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diagram20205089_1*i*2"/>
  <p:tag name="KSO_WM_TEMPLATE_CATEGORY" val="diagram"/>
  <p:tag name="KSO_WM_TEMPLATE_INDEX" val="20205089"/>
  <p:tag name="KSO_WM_UNIT_LAYERLEVEL" val="1"/>
  <p:tag name="KSO_WM_TAG_VERSION" val="1.0"/>
  <p:tag name="KSO_WM_BEAUTIFY_FLAG" val="#wm#"/>
  <p:tag name="KSO_WM_UNIT_FILL_FORE_SCHEMECOLOR_INDEX_BRIGHTNESS" val="0.8"/>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10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3"/>
  <p:tag name="KSO_WM_UNIT_ID" val="diagram20205089_1*i*3"/>
  <p:tag name="KSO_WM_TEMPLATE_CATEGORY" val="diagram"/>
  <p:tag name="KSO_WM_TEMPLATE_INDEX" val="20205089"/>
  <p:tag name="KSO_WM_UNIT_LAYERLEVEL" val="1"/>
  <p:tag name="KSO_WM_TAG_VERSION" val="1.0"/>
  <p:tag name="KSO_WM_BEAUTIFY_FLAG" val="#wm#"/>
  <p:tag name="KSO_WM_UNIT_FILL_FORE_SCHEMECOLOR_INDEX_BRIGHTNESS" val="0.8"/>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10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4"/>
  <p:tag name="KSO_WM_UNIT_ID" val="diagram20205089_1*i*4"/>
  <p:tag name="KSO_WM_TEMPLATE_CATEGORY" val="diagram"/>
  <p:tag name="KSO_WM_TEMPLATE_INDEX" val="20205089"/>
  <p:tag name="KSO_WM_UNIT_LAYERLEVEL" val="1"/>
  <p:tag name="KSO_WM_TAG_VERSION" val="1.0"/>
  <p:tag name="KSO_WM_BEAUTIFY_FLAG" val="#wm#"/>
  <p:tag name="KSO_WM_UNIT_FILL_FORE_SCHEMECOLOR_INDEX_BRIGHTNESS" val="0.8"/>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1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5"/>
  <p:tag name="KSO_WM_UNIT_ID" val="diagram20205089_1*i*5"/>
  <p:tag name="KSO_WM_TEMPLATE_CATEGORY" val="diagram"/>
  <p:tag name="KSO_WM_TEMPLATE_INDEX" val="20205089"/>
  <p:tag name="KSO_WM_UNIT_LAYERLEVEL" val="1"/>
  <p:tag name="KSO_WM_TAG_VERSION" val="1.0"/>
  <p:tag name="KSO_WM_BEAUTIFY_FLAG" val="#wm#"/>
  <p:tag name="KSO_WM_UNIT_FILL_FORE_SCHEMECOLOR_INDEX_BRIGHTNESS" val="0.6"/>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1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6"/>
  <p:tag name="KSO_WM_UNIT_ID" val="diagram20205089_1*i*6"/>
  <p:tag name="KSO_WM_TEMPLATE_CATEGORY" val="diagram"/>
  <p:tag name="KSO_WM_TEMPLATE_INDEX" val="20205089"/>
  <p:tag name="KSO_WM_UNIT_LAYERLEVEL" val="1"/>
  <p:tag name="KSO_WM_TAG_VERSION" val="1.0"/>
  <p:tag name="KSO_WM_BEAUTIFY_FLAG" val="#wm#"/>
  <p:tag name="KSO_WM_UNIT_FILL_FORE_SCHEMECOLOR_INDEX_BRIGHTNESS" val="0.8"/>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1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7"/>
  <p:tag name="KSO_WM_UNIT_ID" val="diagram20205089_1*i*7"/>
  <p:tag name="KSO_WM_TEMPLATE_CATEGORY" val="diagram"/>
  <p:tag name="KSO_WM_TEMPLATE_INDEX" val="20205089"/>
  <p:tag name="KSO_WM_UNIT_LAYERLEVEL" val="1"/>
  <p:tag name="KSO_WM_TAG_VERSION" val="1.0"/>
  <p:tag name="KSO_WM_BEAUTIFY_FLAG" val="#wm#"/>
  <p:tag name="KSO_WM_UNIT_FILL_FORE_SCHEMECOLOR_INDEX_BRIGHTNESS" val="0.8"/>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1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8"/>
  <p:tag name="KSO_WM_UNIT_ID" val="diagram20205089_1*i*8"/>
  <p:tag name="KSO_WM_TEMPLATE_CATEGORY" val="diagram"/>
  <p:tag name="KSO_WM_TEMPLATE_INDEX" val="20205089"/>
  <p:tag name="KSO_WM_UNIT_LAYERLEVEL" val="1"/>
  <p:tag name="KSO_WM_TAG_VERSION" val="1.0"/>
  <p:tag name="KSO_WM_BEAUTIFY_FLAG" val="#wm#"/>
  <p:tag name="KSO_WM_UNIT_FILL_FORE_SCHEMECOLOR_INDEX_BRIGHTNESS" val="0.6"/>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1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9"/>
  <p:tag name="KSO_WM_UNIT_ID" val="diagram20205089_1*i*9"/>
  <p:tag name="KSO_WM_TEMPLATE_CATEGORY" val="diagram"/>
  <p:tag name="KSO_WM_TEMPLATE_INDEX" val="20205089"/>
  <p:tag name="KSO_WM_UNIT_LAYERLEVEL" val="1"/>
  <p:tag name="KSO_WM_TAG_VERSION" val="1.0"/>
  <p:tag name="KSO_WM_BEAUTIFY_FLAG" val="#wm#"/>
  <p:tag name="KSO_WM_UNIT_FILL_FORE_SCHEMECOLOR_INDEX_BRIGHTNESS" val="0.8"/>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115.xml><?xml version="1.0" encoding="utf-8"?>
<p:tagLst xmlns:p="http://schemas.openxmlformats.org/presentationml/2006/main">
  <p:tag name="KSO_WM_UNIT_NOCLEAR" val="0"/>
  <p:tag name="KSO_WM_UNIT_VALUE" val="420"/>
  <p:tag name="KSO_WM_UNIT_HIGHLIGHT" val="0"/>
  <p:tag name="KSO_WM_UNIT_COMPATIBLE" val="0"/>
  <p:tag name="KSO_WM_UNIT_DIAGRAM_ISNUMVISUAL" val="0"/>
  <p:tag name="KSO_WM_UNIT_DIAGRAM_ISREFERUNIT" val="0"/>
  <p:tag name="KSO_WM_UNIT_TYPE" val="f"/>
  <p:tag name="KSO_WM_UNIT_INDEX" val="2"/>
  <p:tag name="KSO_WM_UNIT_ID" val="diagram20205089_1*f*2"/>
  <p:tag name="KSO_WM_TEMPLATE_CATEGORY" val="diagram"/>
  <p:tag name="KSO_WM_TEMPLATE_INDEX" val="20205089"/>
  <p:tag name="KSO_WM_UNIT_LAYERLEVEL" val="1"/>
  <p:tag name="KSO_WM_TAG_VERSION" val="1.0"/>
  <p:tag name="KSO_WM_BEAUTIFY_FLAG" val="#wm#"/>
  <p:tag name="KSO_WM_UNIT_PRESET_TEXT" val="单击此处输入你的正文，文字是您思想的提炼，为了最终演示发布的良好效果，请尽量言简意赅的阐述观点；根据需要可酌情增减文字，以便观者可以准确理解您所传达的信息。&#13;您的正文已经简明扼要，但信息却错综复杂，需要用更多的文字来表述；但请您尽可能提炼思想的精髓，否则容易造成观者的阅读压力，适得其反。&#13;正如我们都希望改变世界，希望给人带去光明，但更多时候只需播下一颗种子，自然有微光照拂，雨露滋养。恰如其分的表达观点，往往可以事半功倍。&#13;单击此处输入你的正文，文字是您思想的提炼，为了最终演示发布的良好效果，请尽量言简意赅的阐述观点；根据需要可酌情增减文字，以便观者可以准确理解您所传达的信息。"/>
  <p:tag name="KSO_WM_UNIT_TEXT_FILL_FORE_SCHEMECOLOR_INDEX_BRIGHTNESS" val="0.25"/>
  <p:tag name="KSO_WM_UNIT_TEXT_FILL_FORE_SCHEMECOLOR_INDEX" val="13"/>
  <p:tag name="KSO_WM_UNIT_TEXT_FILL_TYPE" val="1"/>
</p:tagLst>
</file>

<file path=ppt/tags/tag116.xml><?xml version="1.0" encoding="utf-8"?>
<p:tagLst xmlns:p="http://schemas.openxmlformats.org/presentationml/2006/main">
  <p:tag name="KSO_WM_UNIT_TEXT_PART_ID_V2" val="a-3-1"/>
  <p:tag name="KSO_WM_UNIT_ISCONTENTSTITLE" val="0"/>
  <p:tag name="KSO_WM_UNIT_ISNUMDGMTITLE" val="0"/>
  <p:tag name="KSO_WM_UNIT_NOCLEAR" val="0"/>
  <p:tag name="KSO_WM_UNIT_VALUE" val="17"/>
  <p:tag name="KSO_WM_UNIT_HIGHLIGHT" val="0"/>
  <p:tag name="KSO_WM_UNIT_COMPATIBLE" val="0"/>
  <p:tag name="KSO_WM_UNIT_DIAGRAM_ISNUMVISUAL" val="0"/>
  <p:tag name="KSO_WM_UNIT_DIAGRAM_ISREFERUNIT" val="0"/>
  <p:tag name="KSO_WM_UNIT_TYPE" val="a"/>
  <p:tag name="KSO_WM_UNIT_INDEX" val="1"/>
  <p:tag name="KSO_WM_UNIT_ID" val="diagram20205089_1*a*1"/>
  <p:tag name="KSO_WM_TEMPLATE_CATEGORY" val="diagram"/>
  <p:tag name="KSO_WM_TEMPLATE_INDEX" val="20205089"/>
  <p:tag name="KSO_WM_UNIT_LAYERLEVEL" val="1"/>
  <p:tag name="KSO_WM_TAG_VERSION" val="1.0"/>
  <p:tag name="KSO_WM_BEAUTIFY_FLAG" val="#wm#"/>
  <p:tag name="KSO_WM_UNIT_PRESET_TEXT" val="单击此处可添加大标题内容"/>
  <p:tag name="KSO_WM_UNIT_TEXT_FILL_FORE_SCHEMECOLOR_INDEX_BRIGHTNESS" val="0.15"/>
  <p:tag name="KSO_WM_UNIT_TEXT_FILL_FORE_SCHEMECOLOR_INDEX" val="13"/>
  <p:tag name="KSO_WM_UNIT_TEXT_FILL_TYPE" val="1"/>
</p:tagLst>
</file>

<file path=ppt/tags/tag117.xml><?xml version="1.0" encoding="utf-8"?>
<p:tagLst xmlns:p="http://schemas.openxmlformats.org/presentationml/2006/main">
  <p:tag name="KSO_WM_UNIT_TEXT_PART_ID_V2" val="d-4-2"/>
  <p:tag name="KSO_WM_UNIT_NOCLEAR" val="0"/>
  <p:tag name="KSO_WM_UNIT_VALUE" val="104"/>
  <p:tag name="KSO_WM_UNIT_HIGHLIGHT" val="0"/>
  <p:tag name="KSO_WM_UNIT_COMPATIBLE" val="0"/>
  <p:tag name="KSO_WM_UNIT_DIAGRAM_ISNUMVISUAL" val="0"/>
  <p:tag name="KSO_WM_UNIT_DIAGRAM_ISREFERUNIT" val="0"/>
  <p:tag name="KSO_WM_UNIT_TYPE" val="f"/>
  <p:tag name="KSO_WM_UNIT_INDEX" val="1"/>
  <p:tag name="KSO_WM_UNIT_ID" val="diagram20205089_1*f*1"/>
  <p:tag name="KSO_WM_TEMPLATE_CATEGORY" val="diagram"/>
  <p:tag name="KSO_WM_TEMPLATE_INDEX" val="20205089"/>
  <p:tag name="KSO_WM_UNIT_LAYERLEVEL" val="1"/>
  <p:tag name="KSO_WM_TAG_VERSION" val="1.0"/>
  <p:tag name="KSO_WM_BEAUTIFY_FLAG" val="#wm#"/>
  <p:tag name="KSO_WM_UNIT_PRESET_TEXT" val="点击此处添加正文，文字是您思想的提炼，为了最终呈现发布的良好效果，请尽量言简意赅的阐述观点；根据需要可酌情增减文字，以便观者可以准确理解您所传达的信息。"/>
  <p:tag name="KSO_WM_UNIT_TEXT_FILL_FORE_SCHEMECOLOR_INDEX_BRIGHTNESS" val="0"/>
  <p:tag name="KSO_WM_UNIT_TEXT_FILL_FORE_SCHEMECOLOR_INDEX" val="14"/>
  <p:tag name="KSO_WM_UNIT_TEXT_FILL_TYPE" val="1"/>
</p:tagLst>
</file>

<file path=ppt/tags/tag118.xml><?xml version="1.0" encoding="utf-8"?>
<p:tagLst xmlns:p="http://schemas.openxmlformats.org/presentationml/2006/main">
  <p:tag name="KSO_WM_UNIT_NOCLEAR" val="0"/>
  <p:tag name="KSO_WM_UNIT_VALUE" val="420"/>
  <p:tag name="KSO_WM_UNIT_HIGHLIGHT" val="0"/>
  <p:tag name="KSO_WM_UNIT_COMPATIBLE" val="0"/>
  <p:tag name="KSO_WM_UNIT_DIAGRAM_ISNUMVISUAL" val="0"/>
  <p:tag name="KSO_WM_UNIT_DIAGRAM_ISREFERUNIT" val="0"/>
  <p:tag name="KSO_WM_UNIT_TYPE" val="f"/>
  <p:tag name="KSO_WM_UNIT_INDEX" val="3"/>
  <p:tag name="KSO_WM_UNIT_ID" val="diagram20205089_1*f*3"/>
  <p:tag name="KSO_WM_TEMPLATE_CATEGORY" val="diagram"/>
  <p:tag name="KSO_WM_TEMPLATE_INDEX" val="20205089"/>
  <p:tag name="KSO_WM_UNIT_LAYERLEVEL" val="1"/>
  <p:tag name="KSO_WM_TAG_VERSION" val="1.0"/>
  <p:tag name="KSO_WM_BEAUTIFY_FLAG" val="#wm#"/>
  <p:tag name="KSO_WM_UNIT_PRESET_TEXT" val="单击此处输入你的正文，文字是您思想的提炼，为了最终演示发布的良好效果，请尽量言简意赅的阐述观点；根据需要可酌情增减文字，以便观者可以准确理解您所传达的信息。&#13;您的正文已经简明扼要，但信息却错综复杂，需要用更多的文字来表述；但请您尽可能提炼思想的精髓，否则容易造成观者的阅读压力，适得其反。&#13;正如我们都希望改变世界，希望给人带去光明，但更多时候只需播下一颗种子，自然有微光照拂，雨露滋养。恰如其分的表达观点，往往可以事半功倍。&#13;单击此处输入你的正文，文字是您思想的提炼，为了最终演示发布的良好效果，请尽量言简意赅的阐述观点；根据需要可酌情增减文字，以便观者可以准确理解您所传达的信息。"/>
  <p:tag name="KSO_WM_UNIT_TEXT_FILL_FORE_SCHEMECOLOR_INDEX_BRIGHTNESS" val="0.25"/>
  <p:tag name="KSO_WM_UNIT_TEXT_FILL_FORE_SCHEMECOLOR_INDEX" val="13"/>
  <p:tag name="KSO_WM_UNIT_TEXT_FILL_TYPE" val="1"/>
</p:tagLst>
</file>

<file path=ppt/tags/tag1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0"/>
  <p:tag name="KSO_WM_UNIT_ID" val="diagram20205089_1*i*10"/>
  <p:tag name="KSO_WM_TEMPLATE_CATEGORY" val="diagram"/>
  <p:tag name="KSO_WM_TEMPLATE_INDEX" val="20205089"/>
  <p:tag name="KSO_WM_UNIT_LAYERLEVEL" val="1"/>
  <p:tag name="KSO_WM_TAG_VERSION" val="1.0"/>
  <p:tag name="KSO_WM_BEAUTIFY_FLAG" val="#wm#"/>
  <p:tag name="KSO_WM_UNIT_LINE_FORE_SCHEMECOLOR_INDEX_BRIGHTNESS" val="-0.15"/>
  <p:tag name="KSO_WM_UNIT_LINE_FORE_SCHEMECOLOR_INDEX" val="14"/>
  <p:tag name="KSO_WM_UNIT_LINE_FILL_TYPE" val="2"/>
</p:tagLst>
</file>

<file path=ppt/tags/tag120.xml><?xml version="1.0" encoding="utf-8"?>
<p:tagLst xmlns:p="http://schemas.openxmlformats.org/presentationml/2006/main">
  <p:tag name="KSO_WM_BEAUTIFY_FLAG" val="#wm#"/>
  <p:tag name="KSO_WM_TEMPLATE_CATEGORY" val="diagram"/>
  <p:tag name="KSO_WM_TEMPLATE_INDEX" val="20205089"/>
  <p:tag name="KSO_WM_SLIDE_ID" val="diagram20205089_1"/>
  <p:tag name="KSO_WM_TEMPLATE_SUBCATEGORY" val="0"/>
  <p:tag name="KSO_WM_TEMPLATE_MASTER_TYPE" val="0"/>
  <p:tag name="KSO_WM_TEMPLATE_COLOR_TYPE" val="1"/>
  <p:tag name="KSO_WM_SLIDE_TYPE" val="text"/>
  <p:tag name="KSO_WM_SLIDE_SUBTYPE" val="picTxt"/>
  <p:tag name="KSO_WM_SLIDE_ITEM_CNT" val="0"/>
  <p:tag name="KSO_WM_SLIDE_INDEX" val="1"/>
  <p:tag name="KSO_WM_SLIDE_SIZE" val="960*490"/>
  <p:tag name="KSO_WM_SLIDE_POSITION" val="0*49"/>
  <p:tag name="KSO_WM_TAG_VERSION" val="1.0"/>
  <p:tag name="KSO_WM_SLIDE_LAYOUT" val="a_f"/>
  <p:tag name="KSO_WM_SLIDE_LAYOUT_CNT" val="1_3"/>
</p:tagLst>
</file>

<file path=ppt/tags/tag1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11243_1*i*1"/>
  <p:tag name="KSO_WM_UNIT_LAYERLEVEL" val="1"/>
  <p:tag name="KSO_WM_TAG_VERSION" val="1.0"/>
  <p:tag name="KSO_WM_BEAUTIFY_FLAG" val=""/>
  <p:tag name="KSO_WM_UNIT_TYPE" val="i"/>
  <p:tag name="KSO_WM_UNIT_INDEX" val="1"/>
  <p:tag name="KSO_WM_UNIT_SUBTYPE" val="h"/>
  <p:tag name="KSO_WM_SLIDE_BACKGROUND_TYPE" val="navigation"/>
  <p:tag name="KSO_WM_SLIDE_BK_DARK_LIGHT" val="2"/>
  <p:tag name="KSO_WM_UNIT_BK_DARK_LIGHT" val="2"/>
  <p:tag name="KSO_WM_UNIT_FILL_FORE_SCHEMECOLOR_INDEX_BRIGHTNESS" val="0"/>
  <p:tag name="KSO_WM_UNIT_FILL_FORE_SCHEMECOLOR_INDEX" val="15"/>
  <p:tag name="KSO_WM_UNIT_FILL_TYPE" val="1"/>
  <p:tag name="KSO_WM_UNIT_TEXT_FILL_FORE_SCHEMECOLOR_INDEX_BRIGHTNESS" val="0"/>
  <p:tag name="KSO_WM_UNIT_TEXT_FILL_FORE_SCHEMECOLOR_INDEX" val="2"/>
  <p:tag name="KSO_WM_UNIT_TEXT_FILL_TYPE" val="1"/>
  <p:tag name="KSO_WM_TEMPLATE_CATEGORY" val="diagram"/>
  <p:tag name="KSO_WM_TEMPLATE_INDEX" val="20211243"/>
  <p:tag name="KSO_WM_UNIT_VALUE" val="159"/>
  <p:tag name="KSO_WM_TEMPLATE_ASSEMBLE_XID" val="639af7e80c9383becde6942d"/>
  <p:tag name="KSO_WM_TEMPLATE_ASSEMBLE_GROUPID" val="639af7e80c9383becde6942d"/>
</p:tagLst>
</file>

<file path=ppt/tags/tag122.xml><?xml version="1.0" encoding="utf-8"?>
<p:tagLst xmlns:p="http://schemas.openxmlformats.org/presentationml/2006/main">
  <p:tag name="KSO_WM_UNIT_ISCONTENTSTITLE" val="0"/>
  <p:tag name="KSO_WM_UNIT_ISNUMDGMTITLE" val="0"/>
  <p:tag name="KSO_WM_UNIT_NOCLEAR" val="0"/>
  <p:tag name="KSO_WM_UNIT_VALUE" val="31"/>
  <p:tag name="KSO_WM_UNIT_HIGHLIGHT" val="0"/>
  <p:tag name="KSO_WM_UNIT_COMPATIBLE" val="0"/>
  <p:tag name="KSO_WM_UNIT_DIAGRAM_ISNUMVISUAL" val="0"/>
  <p:tag name="KSO_WM_UNIT_DIAGRAM_ISREFERUNIT" val="0"/>
  <p:tag name="KSO_WM_UNIT_TYPE" val="a"/>
  <p:tag name="KSO_WM_UNIT_INDEX" val="1"/>
  <p:tag name="KSO_WM_UNIT_ID" val="diagram20211243_1*a*1"/>
  <p:tag name="KSO_WM_TEMPLATE_CATEGORY" val="diagram"/>
  <p:tag name="KSO_WM_TEMPLATE_INDEX" val="20211243"/>
  <p:tag name="KSO_WM_UNIT_LAYERLEVEL" val="1"/>
  <p:tag name="KSO_WM_TAG_VERSION" val="1.0"/>
  <p:tag name="KSO_WM_BEAUTIFY_FLAG" val=""/>
  <p:tag name="KSO_WM_UNIT_PRESET_TEXT" val="单击此处添加大标题内容"/>
  <p:tag name="KSO_WM_UNIT_DEFAULT_FONT" val="24;44;4"/>
  <p:tag name="KSO_WM_UNIT_BLOCK" val="0"/>
  <p:tag name="KSO_WM_UNIT_SHOW_EDIT_AREA_INDICATION" val="1"/>
  <p:tag name="KSO_WM_CHIP_GROUPID" val="5e7881253197e252a37019b5"/>
  <p:tag name="KSO_WM_CHIP_XID" val="5e7881253197e252a37019b6"/>
  <p:tag name="KSO_WM_UNIT_DEC_AREA_ID" val="66f4202f0f0f4bea8883f78590511a13"/>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cdda476990dc43289fcea8b698d5b000"/>
  <p:tag name="KSO_WM_UNIT_TEXT_FILL_FORE_SCHEMECOLOR_INDEX_BRIGHTNESS" val="0"/>
  <p:tag name="KSO_WM_UNIT_TEXT_FILL_FORE_SCHEMECOLOR_INDEX" val="13"/>
  <p:tag name="KSO_WM_UNIT_TEXT_FILL_TYPE" val="1"/>
  <p:tag name="KSO_WM_TEMPLATE_ASSEMBLE_XID" val="639af7e80c9383becde6942d"/>
  <p:tag name="KSO_WM_TEMPLATE_ASSEMBLE_GROUPID" val="639af7e80c9383becde6942d"/>
</p:tagLst>
</file>

<file path=ppt/tags/tag123.xml><?xml version="1.0" encoding="utf-8"?>
<p:tagLst xmlns:p="http://schemas.openxmlformats.org/presentationml/2006/main">
  <p:tag name="KSO_WM_BEAUTIFY_FLAG" val="#wm#"/>
  <p:tag name="KSO_WM_TEMPLATE_CATEGORY" val="diagram"/>
  <p:tag name="KSO_WM_TEMPLATE_INDEX" val="20211243"/>
</p:tagLst>
</file>

<file path=ppt/tags/tag1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15802_1*i*1"/>
  <p:tag name="KSO_WM_UNIT_LAYERLEVEL" val="1"/>
  <p:tag name="KSO_WM_TAG_VERSION" val="1.0"/>
  <p:tag name="KSO_WM_BEAUTIFY_FLAG" val="#wm#"/>
  <p:tag name="KSO_WM_UNIT_TYPE" val="i"/>
  <p:tag name="KSO_WM_UNIT_INDEX" val="1"/>
  <p:tag name="KSO_WM_UNIT_SUBTYPE" val="h"/>
  <p:tag name="KSO_WM_SLIDE_BACKGROUND_TYPE" val="navigation"/>
  <p:tag name="KSO_WM_SLIDE_BK_DARK_LIGHT" val="2"/>
  <p:tag name="KSO_WM_UNIT_BK_DARK_LIGHT" val="2"/>
  <p:tag name="KSO_WM_UNIT_FILL_FORE_SCHEMECOLOR_INDEX_BRIGHTNESS" val="0"/>
  <p:tag name="KSO_WM_UNIT_FILL_FORE_SCHEMECOLOR_INDEX" val="15"/>
  <p:tag name="KSO_WM_UNIT_FILL_TYPE" val="1"/>
  <p:tag name="KSO_WM_UNIT_TEXT_FILL_FORE_SCHEMECOLOR_INDEX_BRIGHTNESS" val="0"/>
  <p:tag name="KSO_WM_UNIT_TEXT_FILL_FORE_SCHEMECOLOR_INDEX" val="2"/>
  <p:tag name="KSO_WM_UNIT_TEXT_FILL_TYPE" val="1"/>
  <p:tag name="KSO_WM_TEMPLATE_CATEGORY" val="diagram"/>
  <p:tag name="KSO_WM_TEMPLATE_INDEX" val="20215802"/>
  <p:tag name="KSO_WM_UNIT_VALUE" val="159"/>
  <p:tag name="KSO_WM_TEMPLATE_ASSEMBLE_XID" val="60656ea94054ed1e2fb7fd45"/>
  <p:tag name="KSO_WM_TEMPLATE_ASSEMBLE_GROUPID" val="60656ea94054ed1e2fb7fd45"/>
</p:tagLst>
</file>

<file path=ppt/tags/tag125.xml><?xml version="1.0" encoding="utf-8"?>
<p:tagLst xmlns:p="http://schemas.openxmlformats.org/presentationml/2006/main">
  <p:tag name="KSO_WM_UNIT_ISCONTENTSTITLE" val="0"/>
  <p:tag name="KSO_WM_UNIT_ISNUMDGMTITLE" val="0"/>
  <p:tag name="KSO_WM_UNIT_NOCLEAR" val="0"/>
  <p:tag name="KSO_WM_UNIT_VALUE" val="31"/>
  <p:tag name="KSO_WM_UNIT_HIGHLIGHT" val="0"/>
  <p:tag name="KSO_WM_UNIT_COMPATIBLE" val="0"/>
  <p:tag name="KSO_WM_UNIT_DIAGRAM_ISNUMVISUAL" val="0"/>
  <p:tag name="KSO_WM_UNIT_DIAGRAM_ISREFERUNIT" val="0"/>
  <p:tag name="KSO_WM_UNIT_TYPE" val="a"/>
  <p:tag name="KSO_WM_UNIT_INDEX" val="1"/>
  <p:tag name="KSO_WM_UNIT_ID" val="diagram20215802_1*a*1"/>
  <p:tag name="KSO_WM_TEMPLATE_CATEGORY" val="diagram"/>
  <p:tag name="KSO_WM_TEMPLATE_INDEX" val="20215802"/>
  <p:tag name="KSO_WM_UNIT_LAYERLEVEL" val="1"/>
  <p:tag name="KSO_WM_TAG_VERSION" val="1.0"/>
  <p:tag name="KSO_WM_BEAUTIFY_FLAG" val="#wm#"/>
  <p:tag name="KSO_WM_UNIT_PRESET_TEXT" val="单击此处添加大标题内容"/>
  <p:tag name="KSO_WM_UNIT_DEFAULT_FONT" val="24;44;4"/>
  <p:tag name="KSO_WM_UNIT_BLOCK" val="0"/>
  <p:tag name="KSO_WM_UNIT_SHOW_EDIT_AREA_INDICATION" val="1"/>
  <p:tag name="KSO_WM_CHIP_GROUPID" val="5e7881253197e252a37019b5"/>
  <p:tag name="KSO_WM_CHIP_XID" val="5e7881253197e252a37019b6"/>
  <p:tag name="KSO_WM_UNIT_DEC_AREA_ID" val="35545cd6b5ce4dae9dccf4eab288bc65"/>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10992860551d4d4eb792c36bc28c26be"/>
  <p:tag name="KSO_WM_UNIT_TEXT_FILL_FORE_SCHEMECOLOR_INDEX_BRIGHTNESS" val="0"/>
  <p:tag name="KSO_WM_UNIT_TEXT_FILL_FORE_SCHEMECOLOR_INDEX" val="13"/>
  <p:tag name="KSO_WM_UNIT_TEXT_FILL_TYPE" val="1"/>
  <p:tag name="KSO_WM_TEMPLATE_ASSEMBLE_XID" val="60656ea94054ed1e2fb7fd45"/>
  <p:tag name="KSO_WM_TEMPLATE_ASSEMBLE_GROUPID" val="60656ea94054ed1e2fb7fd45"/>
</p:tagLst>
</file>

<file path=ppt/tags/tag126.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5802_1*f*1"/>
  <p:tag name="KSO_WM_TEMPLATE_CATEGORY" val="diagram"/>
  <p:tag name="KSO_WM_TEMPLATE_INDEX" val="20215802"/>
  <p:tag name="KSO_WM_UNIT_LAYERLEVEL" val="1"/>
  <p:tag name="KSO_WM_TAG_VERSION" val="1.0"/>
  <p:tag name="KSO_WM_BEAUTIFY_FLAG" val="#wm#"/>
  <p:tag name="KSO_WM_UNIT_DEFAULT_FONT" val="14;20;2"/>
  <p:tag name="KSO_WM_UNIT_BLOCK" val="0"/>
  <p:tag name="KSO_WM_UNIT_VALUE" val="144"/>
  <p:tag name="KSO_WM_UNIT_SHOW_EDIT_AREA_INDICATION" val="1"/>
  <p:tag name="KSO_WM_CHIP_GROUPID" val="5e6b05596848fb12bee65ac8"/>
  <p:tag name="KSO_WM_CHIP_XID" val="5e6b05596848fb12bee65aca"/>
  <p:tag name="KSO_WM_UNIT_DEC_AREA_ID" val="d879e39fee614b88a76bb899d600b76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0fcd4429fddf4fd9b6b9cae2bcdab05b"/>
  <p:tag name="KSO_WM_UNIT_SUPPORT_UNIT_TYPE" val="[&quot;d&quot;]"/>
  <p:tag name="KSO_WM_UNIT_TEXT_FILL_FORE_SCHEMECOLOR_INDEX_BRIGHTNESS" val="0.25"/>
  <p:tag name="KSO_WM_UNIT_TEXT_FILL_FORE_SCHEMECOLOR_INDEX" val="13"/>
  <p:tag name="KSO_WM_UNIT_TEXT_FILL_TYPE" val="1"/>
  <p:tag name="KSO_WM_TEMPLATE_ASSEMBLE_XID" val="60656ea94054ed1e2fb7fd45"/>
  <p:tag name="KSO_WM_TEMPLATE_ASSEMBLE_GROUPID" val="60656ea94054ed1e2fb7fd45"/>
</p:tagLst>
</file>

<file path=ppt/tags/tag127.xml><?xml version="1.0" encoding="utf-8"?>
<p:tagLst xmlns:p="http://schemas.openxmlformats.org/presentationml/2006/main">
  <p:tag name="KSO_WM_SLIDE_ID" val="diagram20215802_1"/>
  <p:tag name="KSO_WM_TEMPLATE_SUBCATEGORY" val="21"/>
  <p:tag name="KSO_WM_TEMPLATE_MASTER_TYPE" val="0"/>
  <p:tag name="KSO_WM_TEMPLATE_COLOR_TYPE" val="1"/>
  <p:tag name="KSO_WM_SLIDE_TYPE" val="text"/>
  <p:tag name="KSO_WM_SLIDE_SUBTYPE" val="pureTxt"/>
  <p:tag name="KSO_WM_SLIDE_ITEM_CNT" val="0"/>
  <p:tag name="KSO_WM_SLIDE_INDEX" val="1"/>
  <p:tag name="KSO_WM_SLIDE_SIZE" val="960*384"/>
  <p:tag name="KSO_WM_SLIDE_POSITION" val="0*0"/>
  <p:tag name="KSO_WM_TAG_VERSION" val="1.0"/>
  <p:tag name="KSO_WM_BEAUTIFY_FLAG" val="#wm#"/>
  <p:tag name="KSO_WM_TEMPLATE_CATEGORY" val="diagram"/>
  <p:tag name="KSO_WM_TEMPLATE_INDEX" val="20215802"/>
  <p:tag name="KSO_WM_SLIDE_LAYOUT" val="a_f"/>
  <p:tag name="KSO_WM_SLIDE_LAYOUT_CNT" val="1_1"/>
  <p:tag name="KSO_WM_SLIDE_LAYOUT_INFO" val="{&quot;id&quot;:&quot;2021-04-01T15:11:24&quot;,&quot;maxSize&quot;:{&quot;size1&quot;:13.3},&quot;minSize&quot;:{&quot;size1&quot;:13.3},&quot;normalSize&quot;:{&quot;size1&quot;:13.3},&quot;subLayout&quot;:[{&quot;backgroundInfo&quot;:[{&quot;bottom&quot;:0,&quot;bottomAbs&quot;:false,&quot;left&quot;:0,&quot;leftAbs&quot;:false,&quot;right&quot;:0,&quot;rightAbs&quot;:false,&quot;top&quot;:0,&quot;topAbs&quot;:false,&quot;type&quot;:&quot;navigation&quot;}],&quot;id&quot;:&quot;2021-04-01T15:11:24&quot;,&quot;margin&quot;:{&quot;bottom&quot;:0.4230000674724579,&quot;left&quot;:1.2699999809265137,&quot;right&quot;:1.2699999809265137,&quot;top&quot;:0.4230000674724579},&quot;type&quot;:0},{&quot;id&quot;:&quot;2021-04-01T15:11:24&quot;,&quot;margin&quot;:{&quot;bottom&quot;:1.694000005722046,&quot;left&quot;:1.6929999589920044,&quot;right&quot;:1.6929999589920044,&quot;top&quot;:1.6929999589920044},&quot;type&quot;:0}],&quot;type&quot;:0}"/>
  <p:tag name="KSO_WM_SLIDE_BACKGROUND" val="[&quot;navigation&quot;]"/>
  <p:tag name="KSO_WM_SLIDE_RATIO" val="1.777778"/>
  <p:tag name="KSO_WM_CHIP_INFOS" val="{&quot;type&quot;:0,&quot;layout_type&quot;:&quot;navigation&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slide_type&quot;:[&quot;text&quot;]}"/>
  <p:tag name="KSO_WM_CHIP_XID" val="5f5f3b678e478fb0c58a940c"/>
  <p:tag name="KSO_WM_CHIP_FILLPROP" val="[[{&quot;text_align&quot;:&quot;lm&quot;,&quot;text_direction&quot;:&quot;horizontal&quot;,&quot;support_big_font&quot;:false,&quot;picture_toward&quot;:0,&quot;picture_dockside&quot;:[],&quot;fill_id&quot;:&quot;c934b58042b44607bfcc30469ccc57d1&quot;,&quot;fill_align&quot;:&quot;lm&quot;,&quot;chip_types&quot;:[&quot;header&quot;]},{&quot;text_align&quot;:&quot;lm&quot;,&quot;text_direction&quot;:&quot;horizontal&quot;,&quot;support_features&quot;:[&quot;collage&quot;],&quot;support_big_font&quot;:false,&quot;picture_toward&quot;:0,&quot;picture_dockside&quot;:[],&quot;fill_id&quot;:&quot;aae3729e0a0d44488f1a088171be5691&quot;,&quot;fill_align&quot;:&quot;cm&quot;,&quot;chip_types&quot;:[&quot;text&quot;,&quot;picture&quot;]}]]"/>
  <p:tag name="FIXED_XID_TMP" val="5f5ee1ca4d6848d78f644aeb"/>
  <p:tag name="KSO_WM_CHIP_DECFILLPROP" val="[]"/>
  <p:tag name="KSO_WM_SLIDE_CAN_ADD_NAVIGATION" val="1"/>
  <p:tag name="KSO_WM_CHIP_GROUPID" val="5f5ee1ca4d6848d78f644aeb"/>
  <p:tag name="KSO_WM_SLIDE_BK_DARK_LIGHT" val="2"/>
  <p:tag name="KSO_WM_SLIDE_BACKGROUND_TYPE" val="navigation"/>
  <p:tag name="KSO_WM_SLIDE_SUPPORT_FEATURE_TYPE" val="0"/>
  <p:tag name="KSO_WM_TEMPLATE_ASSEMBLE_XID" val="60656ea94054ed1e2fb7fd45"/>
  <p:tag name="KSO_WM_TEMPLATE_ASSEMBLE_GROUPID" val="60656ea94054ed1e2fb7fd45"/>
</p:tagLst>
</file>

<file path=ppt/tags/tag1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11243_1*i*1"/>
  <p:tag name="KSO_WM_UNIT_LAYERLEVEL" val="1"/>
  <p:tag name="KSO_WM_TAG_VERSION" val="1.0"/>
  <p:tag name="KSO_WM_BEAUTIFY_FLAG" val=""/>
  <p:tag name="KSO_WM_UNIT_TYPE" val="i"/>
  <p:tag name="KSO_WM_UNIT_INDEX" val="1"/>
  <p:tag name="KSO_WM_UNIT_SUBTYPE" val="h"/>
  <p:tag name="KSO_WM_SLIDE_BACKGROUND_TYPE" val="navigation"/>
  <p:tag name="KSO_WM_SLIDE_BK_DARK_LIGHT" val="2"/>
  <p:tag name="KSO_WM_UNIT_BK_DARK_LIGHT" val="2"/>
  <p:tag name="KSO_WM_UNIT_FILL_FORE_SCHEMECOLOR_INDEX_BRIGHTNESS" val="0"/>
  <p:tag name="KSO_WM_UNIT_FILL_FORE_SCHEMECOLOR_INDEX" val="15"/>
  <p:tag name="KSO_WM_UNIT_FILL_TYPE" val="1"/>
  <p:tag name="KSO_WM_UNIT_TEXT_FILL_FORE_SCHEMECOLOR_INDEX_BRIGHTNESS" val="0"/>
  <p:tag name="KSO_WM_UNIT_TEXT_FILL_FORE_SCHEMECOLOR_INDEX" val="2"/>
  <p:tag name="KSO_WM_UNIT_TEXT_FILL_TYPE" val="1"/>
  <p:tag name="KSO_WM_TEMPLATE_CATEGORY" val="diagram"/>
  <p:tag name="KSO_WM_TEMPLATE_INDEX" val="20211243"/>
  <p:tag name="KSO_WM_UNIT_VALUE" val="159"/>
  <p:tag name="KSO_WM_TEMPLATE_ASSEMBLE_XID" val="639af7e80c9383becde6942d"/>
  <p:tag name="KSO_WM_TEMPLATE_ASSEMBLE_GROUPID" val="639af7e80c9383becde6942d"/>
</p:tagLst>
</file>

<file path=ppt/tags/tag129.xml><?xml version="1.0" encoding="utf-8"?>
<p:tagLst xmlns:p="http://schemas.openxmlformats.org/presentationml/2006/main">
  <p:tag name="KSO_WM_UNIT_ISCONTENTSTITLE" val="0"/>
  <p:tag name="KSO_WM_UNIT_ISNUMDGMTITLE" val="0"/>
  <p:tag name="KSO_WM_UNIT_NOCLEAR" val="0"/>
  <p:tag name="KSO_WM_UNIT_VALUE" val="31"/>
  <p:tag name="KSO_WM_UNIT_HIGHLIGHT" val="0"/>
  <p:tag name="KSO_WM_UNIT_COMPATIBLE" val="0"/>
  <p:tag name="KSO_WM_UNIT_DIAGRAM_ISNUMVISUAL" val="0"/>
  <p:tag name="KSO_WM_UNIT_DIAGRAM_ISREFERUNIT" val="0"/>
  <p:tag name="KSO_WM_UNIT_TYPE" val="a"/>
  <p:tag name="KSO_WM_UNIT_INDEX" val="1"/>
  <p:tag name="KSO_WM_UNIT_ID" val="diagram20211243_1*a*1"/>
  <p:tag name="KSO_WM_TEMPLATE_CATEGORY" val="diagram"/>
  <p:tag name="KSO_WM_TEMPLATE_INDEX" val="20211243"/>
  <p:tag name="KSO_WM_UNIT_LAYERLEVEL" val="1"/>
  <p:tag name="KSO_WM_TAG_VERSION" val="1.0"/>
  <p:tag name="KSO_WM_BEAUTIFY_FLAG" val=""/>
  <p:tag name="KSO_WM_UNIT_PRESET_TEXT" val="单击此处添加大标题内容"/>
  <p:tag name="KSO_WM_UNIT_DEFAULT_FONT" val="24;44;4"/>
  <p:tag name="KSO_WM_UNIT_BLOCK" val="0"/>
  <p:tag name="KSO_WM_UNIT_SHOW_EDIT_AREA_INDICATION" val="1"/>
  <p:tag name="KSO_WM_CHIP_GROUPID" val="5e7881253197e252a37019b5"/>
  <p:tag name="KSO_WM_CHIP_XID" val="5e7881253197e252a37019b6"/>
  <p:tag name="KSO_WM_UNIT_DEC_AREA_ID" val="66f4202f0f0f4bea8883f78590511a13"/>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cdda476990dc43289fcea8b698d5b000"/>
  <p:tag name="KSO_WM_UNIT_TEXT_FILL_FORE_SCHEMECOLOR_INDEX_BRIGHTNESS" val="0"/>
  <p:tag name="KSO_WM_UNIT_TEXT_FILL_FORE_SCHEMECOLOR_INDEX" val="13"/>
  <p:tag name="KSO_WM_UNIT_TEXT_FILL_TYPE" val="1"/>
  <p:tag name="KSO_WM_TEMPLATE_ASSEMBLE_XID" val="639af7e80c9383becde6942d"/>
  <p:tag name="KSO_WM_TEMPLATE_ASSEMBLE_GROUPID" val="639af7e80c9383becde6942d"/>
</p:tagLst>
</file>

<file path=ppt/tags/tag130.xml><?xml version="1.0" encoding="utf-8"?>
<p:tagLst xmlns:p="http://schemas.openxmlformats.org/presentationml/2006/main">
  <p:tag name="KSO_WM_BEAUTIFY_FLAG" val=""/>
</p:tagLst>
</file>

<file path=ppt/tags/tag131.xml><?xml version="1.0" encoding="utf-8"?>
<p:tagLst xmlns:p="http://schemas.openxmlformats.org/presentationml/2006/main">
  <p:tag name="KSO_WM_BEAUTIFY_FLAG" val="#wm#"/>
  <p:tag name="KSO_WM_TEMPLATE_CATEGORY" val="diagram"/>
  <p:tag name="KSO_WM_TEMPLATE_INDEX" val="20211243"/>
</p:tagLst>
</file>

<file path=ppt/tags/tag1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15802_1*i*1"/>
  <p:tag name="KSO_WM_UNIT_LAYERLEVEL" val="1"/>
  <p:tag name="KSO_WM_TAG_VERSION" val="1.0"/>
  <p:tag name="KSO_WM_BEAUTIFY_FLAG" val="#wm#"/>
  <p:tag name="KSO_WM_UNIT_TYPE" val="i"/>
  <p:tag name="KSO_WM_UNIT_INDEX" val="1"/>
  <p:tag name="KSO_WM_UNIT_SUBTYPE" val="h"/>
  <p:tag name="KSO_WM_SLIDE_BACKGROUND_TYPE" val="navigation"/>
  <p:tag name="KSO_WM_SLIDE_BK_DARK_LIGHT" val="2"/>
  <p:tag name="KSO_WM_UNIT_BK_DARK_LIGHT" val="2"/>
  <p:tag name="KSO_WM_UNIT_FILL_FORE_SCHEMECOLOR_INDEX_BRIGHTNESS" val="0"/>
  <p:tag name="KSO_WM_UNIT_FILL_FORE_SCHEMECOLOR_INDEX" val="15"/>
  <p:tag name="KSO_WM_UNIT_FILL_TYPE" val="1"/>
  <p:tag name="KSO_WM_UNIT_TEXT_FILL_FORE_SCHEMECOLOR_INDEX_BRIGHTNESS" val="0"/>
  <p:tag name="KSO_WM_UNIT_TEXT_FILL_FORE_SCHEMECOLOR_INDEX" val="2"/>
  <p:tag name="KSO_WM_UNIT_TEXT_FILL_TYPE" val="1"/>
  <p:tag name="KSO_WM_TEMPLATE_CATEGORY" val="diagram"/>
  <p:tag name="KSO_WM_TEMPLATE_INDEX" val="20215802"/>
  <p:tag name="KSO_WM_UNIT_VALUE" val="159"/>
  <p:tag name="KSO_WM_TEMPLATE_ASSEMBLE_XID" val="60656ea94054ed1e2fb7fd45"/>
  <p:tag name="KSO_WM_TEMPLATE_ASSEMBLE_GROUPID" val="60656ea94054ed1e2fb7fd45"/>
</p:tagLst>
</file>

<file path=ppt/tags/tag133.xml><?xml version="1.0" encoding="utf-8"?>
<p:tagLst xmlns:p="http://schemas.openxmlformats.org/presentationml/2006/main">
  <p:tag name="KSO_WM_UNIT_ISCONTENTSTITLE" val="0"/>
  <p:tag name="KSO_WM_UNIT_ISNUMDGMTITLE" val="0"/>
  <p:tag name="KSO_WM_UNIT_NOCLEAR" val="0"/>
  <p:tag name="KSO_WM_UNIT_VALUE" val="31"/>
  <p:tag name="KSO_WM_UNIT_HIGHLIGHT" val="0"/>
  <p:tag name="KSO_WM_UNIT_COMPATIBLE" val="0"/>
  <p:tag name="KSO_WM_UNIT_DIAGRAM_ISNUMVISUAL" val="0"/>
  <p:tag name="KSO_WM_UNIT_DIAGRAM_ISREFERUNIT" val="0"/>
  <p:tag name="KSO_WM_UNIT_TYPE" val="a"/>
  <p:tag name="KSO_WM_UNIT_INDEX" val="1"/>
  <p:tag name="KSO_WM_UNIT_ID" val="diagram20215802_1*a*1"/>
  <p:tag name="KSO_WM_TEMPLATE_CATEGORY" val="diagram"/>
  <p:tag name="KSO_WM_TEMPLATE_INDEX" val="20215802"/>
  <p:tag name="KSO_WM_UNIT_LAYERLEVEL" val="1"/>
  <p:tag name="KSO_WM_TAG_VERSION" val="1.0"/>
  <p:tag name="KSO_WM_BEAUTIFY_FLAG" val="#wm#"/>
  <p:tag name="KSO_WM_UNIT_PRESET_TEXT" val="单击此处添加大标题内容"/>
  <p:tag name="KSO_WM_UNIT_DEFAULT_FONT" val="24;44;4"/>
  <p:tag name="KSO_WM_UNIT_BLOCK" val="0"/>
  <p:tag name="KSO_WM_UNIT_SHOW_EDIT_AREA_INDICATION" val="1"/>
  <p:tag name="KSO_WM_CHIP_GROUPID" val="5e7881253197e252a37019b5"/>
  <p:tag name="KSO_WM_CHIP_XID" val="5e7881253197e252a37019b6"/>
  <p:tag name="KSO_WM_UNIT_DEC_AREA_ID" val="35545cd6b5ce4dae9dccf4eab288bc65"/>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10992860551d4d4eb792c36bc28c26be"/>
  <p:tag name="KSO_WM_UNIT_TEXT_FILL_FORE_SCHEMECOLOR_INDEX_BRIGHTNESS" val="0"/>
  <p:tag name="KSO_WM_UNIT_TEXT_FILL_FORE_SCHEMECOLOR_INDEX" val="13"/>
  <p:tag name="KSO_WM_UNIT_TEXT_FILL_TYPE" val="1"/>
  <p:tag name="KSO_WM_TEMPLATE_ASSEMBLE_XID" val="60656ea94054ed1e2fb7fd45"/>
  <p:tag name="KSO_WM_TEMPLATE_ASSEMBLE_GROUPID" val="60656ea94054ed1e2fb7fd45"/>
</p:tagLst>
</file>

<file path=ppt/tags/tag134.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5802_1*f*1"/>
  <p:tag name="KSO_WM_TEMPLATE_CATEGORY" val="diagram"/>
  <p:tag name="KSO_WM_TEMPLATE_INDEX" val="20215802"/>
  <p:tag name="KSO_WM_UNIT_LAYERLEVEL" val="1"/>
  <p:tag name="KSO_WM_TAG_VERSION" val="1.0"/>
  <p:tag name="KSO_WM_BEAUTIFY_FLAG" val="#wm#"/>
  <p:tag name="KSO_WM_UNIT_DEFAULT_FONT" val="14;20;2"/>
  <p:tag name="KSO_WM_UNIT_BLOCK" val="0"/>
  <p:tag name="KSO_WM_UNIT_VALUE" val="144"/>
  <p:tag name="KSO_WM_UNIT_SHOW_EDIT_AREA_INDICATION" val="1"/>
  <p:tag name="KSO_WM_CHIP_GROUPID" val="5e6b05596848fb12bee65ac8"/>
  <p:tag name="KSO_WM_CHIP_XID" val="5e6b05596848fb12bee65aca"/>
  <p:tag name="KSO_WM_UNIT_DEC_AREA_ID" val="d879e39fee614b88a76bb899d600b76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0fcd4429fddf4fd9b6b9cae2bcdab05b"/>
  <p:tag name="KSO_WM_UNIT_SUPPORT_UNIT_TYPE" val="[&quot;d&quot;]"/>
  <p:tag name="KSO_WM_UNIT_TEXT_FILL_FORE_SCHEMECOLOR_INDEX_BRIGHTNESS" val="0.25"/>
  <p:tag name="KSO_WM_UNIT_TEXT_FILL_FORE_SCHEMECOLOR_INDEX" val="13"/>
  <p:tag name="KSO_WM_UNIT_TEXT_FILL_TYPE" val="1"/>
  <p:tag name="KSO_WM_TEMPLATE_ASSEMBLE_XID" val="60656ea94054ed1e2fb7fd45"/>
  <p:tag name="KSO_WM_TEMPLATE_ASSEMBLE_GROUPID" val="60656ea94054ed1e2fb7fd45"/>
</p:tagLst>
</file>

<file path=ppt/tags/tag135.xml><?xml version="1.0" encoding="utf-8"?>
<p:tagLst xmlns:p="http://schemas.openxmlformats.org/presentationml/2006/main">
  <p:tag name="KSO_WM_SLIDE_ID" val="diagram20215802_1"/>
  <p:tag name="KSO_WM_TEMPLATE_SUBCATEGORY" val="21"/>
  <p:tag name="KSO_WM_TEMPLATE_MASTER_TYPE" val="0"/>
  <p:tag name="KSO_WM_TEMPLATE_COLOR_TYPE" val="1"/>
  <p:tag name="KSO_WM_SLIDE_TYPE" val="text"/>
  <p:tag name="KSO_WM_SLIDE_SUBTYPE" val="pureTxt"/>
  <p:tag name="KSO_WM_SLIDE_ITEM_CNT" val="0"/>
  <p:tag name="KSO_WM_SLIDE_INDEX" val="1"/>
  <p:tag name="KSO_WM_SLIDE_SIZE" val="960*384"/>
  <p:tag name="KSO_WM_SLIDE_POSITION" val="0*0"/>
  <p:tag name="KSO_WM_TAG_VERSION" val="1.0"/>
  <p:tag name="KSO_WM_BEAUTIFY_FLAG" val="#wm#"/>
  <p:tag name="KSO_WM_TEMPLATE_CATEGORY" val="diagram"/>
  <p:tag name="KSO_WM_TEMPLATE_INDEX" val="20215802"/>
  <p:tag name="KSO_WM_SLIDE_LAYOUT" val="a_f"/>
  <p:tag name="KSO_WM_SLIDE_LAYOUT_CNT" val="1_1"/>
  <p:tag name="KSO_WM_SLIDE_BACKGROUND" val="[&quot;navigation&quot;]"/>
  <p:tag name="KSO_WM_SLIDE_RATIO" val="1.777778"/>
  <p:tag name="KSO_WM_CHIP_INFOS" val="{&quot;type&quot;:0,&quot;layout_type&quot;:&quot;navigation&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slide_type&quot;:[&quot;text&quot;]}"/>
  <p:tag name="KSO_WM_CHIP_XID" val="5f5f3b678e478fb0c58a940c"/>
  <p:tag name="KSO_WM_CHIP_FILLPROP" val="[[{&quot;text_align&quot;:&quot;lm&quot;,&quot;text_direction&quot;:&quot;horizontal&quot;,&quot;support_big_font&quot;:false,&quot;picture_toward&quot;:0,&quot;picture_dockside&quot;:[],&quot;fill_id&quot;:&quot;c934b58042b44607bfcc30469ccc57d1&quot;,&quot;fill_align&quot;:&quot;lm&quot;,&quot;chip_types&quot;:[&quot;header&quot;]},{&quot;text_align&quot;:&quot;lm&quot;,&quot;text_direction&quot;:&quot;horizontal&quot;,&quot;support_features&quot;:[&quot;collage&quot;],&quot;support_big_font&quot;:false,&quot;picture_toward&quot;:0,&quot;picture_dockside&quot;:[],&quot;fill_id&quot;:&quot;aae3729e0a0d44488f1a088171be5691&quot;,&quot;fill_align&quot;:&quot;cm&quot;,&quot;chip_types&quot;:[&quot;text&quot;,&quot;picture&quot;]}]]"/>
  <p:tag name="FIXED_XID_TMP" val="5f5ee1ca4d6848d78f644aeb"/>
  <p:tag name="KSO_WM_CHIP_DECFILLPROP" val="[]"/>
  <p:tag name="KSO_WM_SLIDE_CAN_ADD_NAVIGATION" val="1"/>
  <p:tag name="KSO_WM_CHIP_GROUPID" val="5f5ee1ca4d6848d78f644aeb"/>
  <p:tag name="KSO_WM_SLIDE_BK_DARK_LIGHT" val="2"/>
  <p:tag name="KSO_WM_SLIDE_BACKGROUND_TYPE" val="navigation"/>
  <p:tag name="KSO_WM_SLIDE_SUPPORT_FEATURE_TYPE" val="0"/>
  <p:tag name="KSO_WM_TEMPLATE_ASSEMBLE_XID" val="60656ea94054ed1e2fb7fd45"/>
  <p:tag name="KSO_WM_TEMPLATE_ASSEMBLE_GROUPID" val="60656ea94054ed1e2fb7fd45"/>
  <p:tag name="KSO_WM_SLIDE_LAYOUT_INFO" val="{&quot;id&quot;:&quot;2021-04-01T15:11:24&quot;,&quot;maxSize&quot;:{&quot;size1&quot;:13.3},&quot;minSize&quot;:{&quot;size1&quot;:13.3},&quot;normalSize&quot;:{&quot;size1&quot;:13.3},&quot;subLayout&quot;:[{&quot;backgroundInfo&quot;:[{&quot;bottom&quot;:0,&quot;bottomAbs&quot;:false,&quot;left&quot;:0,&quot;leftAbs&quot;:false,&quot;right&quot;:0,&quot;rightAbs&quot;:false,&quot;top&quot;:0,&quot;topAbs&quot;:false,&quot;type&quot;:&quot;navigation&quot;}],&quot;id&quot;:&quot;2021-04-01T15:11:24&quot;,&quot;margin&quot;:{&quot;bottom&quot;:0.4230000674724579,&quot;left&quot;:1.2699999809265137,&quot;right&quot;:1.2699999809265137,&quot;top&quot;:0.4230000674724579},&quot;type&quot;:0},{&quot;id&quot;:&quot;2021-04-01T15:11:24&quot;,&quot;margin&quot;:{&quot;bottom&quot;:1.694000005722046,&quot;left&quot;:1.6929999589920044,&quot;right&quot;:1.6929999589920044,&quot;top&quot;:1.6929999589920044},&quot;type&quot;:0}],&quot;type&quot;:0}"/>
</p:tagLst>
</file>

<file path=ppt/tags/tag1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11243_1*i*1"/>
  <p:tag name="KSO_WM_UNIT_LAYERLEVEL" val="1"/>
  <p:tag name="KSO_WM_TAG_VERSION" val="1.0"/>
  <p:tag name="KSO_WM_BEAUTIFY_FLAG" val=""/>
  <p:tag name="KSO_WM_UNIT_TYPE" val="i"/>
  <p:tag name="KSO_WM_UNIT_INDEX" val="1"/>
  <p:tag name="KSO_WM_UNIT_SUBTYPE" val="h"/>
  <p:tag name="KSO_WM_SLIDE_BACKGROUND_TYPE" val="navigation"/>
  <p:tag name="KSO_WM_SLIDE_BK_DARK_LIGHT" val="2"/>
  <p:tag name="KSO_WM_UNIT_BK_DARK_LIGHT" val="2"/>
  <p:tag name="KSO_WM_UNIT_FILL_FORE_SCHEMECOLOR_INDEX_BRIGHTNESS" val="0"/>
  <p:tag name="KSO_WM_UNIT_FILL_FORE_SCHEMECOLOR_INDEX" val="15"/>
  <p:tag name="KSO_WM_UNIT_FILL_TYPE" val="1"/>
  <p:tag name="KSO_WM_UNIT_TEXT_FILL_FORE_SCHEMECOLOR_INDEX_BRIGHTNESS" val="0"/>
  <p:tag name="KSO_WM_UNIT_TEXT_FILL_FORE_SCHEMECOLOR_INDEX" val="2"/>
  <p:tag name="KSO_WM_UNIT_TEXT_FILL_TYPE" val="1"/>
  <p:tag name="KSO_WM_TEMPLATE_CATEGORY" val="diagram"/>
  <p:tag name="KSO_WM_TEMPLATE_INDEX" val="20211243"/>
  <p:tag name="KSO_WM_UNIT_VALUE" val="159"/>
  <p:tag name="KSO_WM_TEMPLATE_ASSEMBLE_XID" val="639af7e80c9383becde6942d"/>
  <p:tag name="KSO_WM_TEMPLATE_ASSEMBLE_GROUPID" val="639af7e80c9383becde6942d"/>
</p:tagLst>
</file>

<file path=ppt/tags/tag137.xml><?xml version="1.0" encoding="utf-8"?>
<p:tagLst xmlns:p="http://schemas.openxmlformats.org/presentationml/2006/main">
  <p:tag name="KSO_WM_UNIT_ISCONTENTSTITLE" val="0"/>
  <p:tag name="KSO_WM_UNIT_ISNUMDGMTITLE" val="0"/>
  <p:tag name="KSO_WM_UNIT_NOCLEAR" val="0"/>
  <p:tag name="KSO_WM_UNIT_VALUE" val="31"/>
  <p:tag name="KSO_WM_UNIT_HIGHLIGHT" val="0"/>
  <p:tag name="KSO_WM_UNIT_COMPATIBLE" val="0"/>
  <p:tag name="KSO_WM_UNIT_DIAGRAM_ISNUMVISUAL" val="0"/>
  <p:tag name="KSO_WM_UNIT_DIAGRAM_ISREFERUNIT" val="0"/>
  <p:tag name="KSO_WM_UNIT_TYPE" val="a"/>
  <p:tag name="KSO_WM_UNIT_INDEX" val="1"/>
  <p:tag name="KSO_WM_UNIT_ID" val="diagram20211243_1*a*1"/>
  <p:tag name="KSO_WM_TEMPLATE_CATEGORY" val="diagram"/>
  <p:tag name="KSO_WM_TEMPLATE_INDEX" val="20211243"/>
  <p:tag name="KSO_WM_UNIT_LAYERLEVEL" val="1"/>
  <p:tag name="KSO_WM_TAG_VERSION" val="1.0"/>
  <p:tag name="KSO_WM_BEAUTIFY_FLAG" val=""/>
  <p:tag name="KSO_WM_UNIT_PRESET_TEXT" val="单击此处添加大标题内容"/>
  <p:tag name="KSO_WM_UNIT_DEFAULT_FONT" val="24;44;4"/>
  <p:tag name="KSO_WM_UNIT_BLOCK" val="0"/>
  <p:tag name="KSO_WM_UNIT_SHOW_EDIT_AREA_INDICATION" val="1"/>
  <p:tag name="KSO_WM_CHIP_GROUPID" val="5e7881253197e252a37019b5"/>
  <p:tag name="KSO_WM_CHIP_XID" val="5e7881253197e252a37019b6"/>
  <p:tag name="KSO_WM_UNIT_DEC_AREA_ID" val="66f4202f0f0f4bea8883f78590511a13"/>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cdda476990dc43289fcea8b698d5b000"/>
  <p:tag name="KSO_WM_UNIT_TEXT_FILL_FORE_SCHEMECOLOR_INDEX_BRIGHTNESS" val="0"/>
  <p:tag name="KSO_WM_UNIT_TEXT_FILL_FORE_SCHEMECOLOR_INDEX" val="13"/>
  <p:tag name="KSO_WM_UNIT_TEXT_FILL_TYPE" val="1"/>
  <p:tag name="KSO_WM_TEMPLATE_ASSEMBLE_XID" val="639af7e80c9383becde6942d"/>
  <p:tag name="KSO_WM_TEMPLATE_ASSEMBLE_GROUPID" val="639af7e80c9383becde6942d"/>
</p:tagLst>
</file>

<file path=ppt/tags/tag138.xml><?xml version="1.0" encoding="utf-8"?>
<p:tagLst xmlns:p="http://schemas.openxmlformats.org/presentationml/2006/main">
  <p:tag name="KSO_WM_BEAUTIFY_FLAG" val=""/>
</p:tagLst>
</file>

<file path=ppt/tags/tag139.xml><?xml version="1.0" encoding="utf-8"?>
<p:tagLst xmlns:p="http://schemas.openxmlformats.org/presentationml/2006/main">
  <p:tag name="KSO_WM_BEAUTIFY_FLAG" val="#wm#"/>
  <p:tag name="KSO_WM_TEMPLATE_CATEGORY" val="diagram"/>
  <p:tag name="KSO_WM_TEMPLATE_INDEX" val="20211243"/>
</p:tagLst>
</file>

<file path=ppt/tags/tag1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11243_1*i*1"/>
  <p:tag name="KSO_WM_UNIT_LAYERLEVEL" val="1"/>
  <p:tag name="KSO_WM_TAG_VERSION" val="1.0"/>
  <p:tag name="KSO_WM_BEAUTIFY_FLAG" val=""/>
  <p:tag name="KSO_WM_UNIT_TYPE" val="i"/>
  <p:tag name="KSO_WM_UNIT_INDEX" val="1"/>
  <p:tag name="KSO_WM_UNIT_SUBTYPE" val="h"/>
  <p:tag name="KSO_WM_SLIDE_BACKGROUND_TYPE" val="navigation"/>
  <p:tag name="KSO_WM_SLIDE_BK_DARK_LIGHT" val="2"/>
  <p:tag name="KSO_WM_UNIT_BK_DARK_LIGHT" val="2"/>
  <p:tag name="KSO_WM_UNIT_FILL_FORE_SCHEMECOLOR_INDEX_BRIGHTNESS" val="0"/>
  <p:tag name="KSO_WM_UNIT_FILL_FORE_SCHEMECOLOR_INDEX" val="15"/>
  <p:tag name="KSO_WM_UNIT_FILL_TYPE" val="1"/>
  <p:tag name="KSO_WM_UNIT_TEXT_FILL_FORE_SCHEMECOLOR_INDEX_BRIGHTNESS" val="0"/>
  <p:tag name="KSO_WM_UNIT_TEXT_FILL_FORE_SCHEMECOLOR_INDEX" val="2"/>
  <p:tag name="KSO_WM_UNIT_TEXT_FILL_TYPE" val="1"/>
  <p:tag name="KSO_WM_TEMPLATE_CATEGORY" val="diagram"/>
  <p:tag name="KSO_WM_TEMPLATE_INDEX" val="20211243"/>
  <p:tag name="KSO_WM_UNIT_VALUE" val="159"/>
  <p:tag name="KSO_WM_TEMPLATE_ASSEMBLE_XID" val="639af7e80c9383becde6942d"/>
  <p:tag name="KSO_WM_TEMPLATE_ASSEMBLE_GROUPID" val="639af7e80c9383becde6942d"/>
</p:tagLst>
</file>

<file path=ppt/tags/tag141.xml><?xml version="1.0" encoding="utf-8"?>
<p:tagLst xmlns:p="http://schemas.openxmlformats.org/presentationml/2006/main">
  <p:tag name="KSO_WM_UNIT_ISCONTENTSTITLE" val="0"/>
  <p:tag name="KSO_WM_UNIT_ISNUMDGMTITLE" val="0"/>
  <p:tag name="KSO_WM_UNIT_NOCLEAR" val="0"/>
  <p:tag name="KSO_WM_UNIT_VALUE" val="31"/>
  <p:tag name="KSO_WM_UNIT_HIGHLIGHT" val="0"/>
  <p:tag name="KSO_WM_UNIT_COMPATIBLE" val="0"/>
  <p:tag name="KSO_WM_UNIT_DIAGRAM_ISNUMVISUAL" val="0"/>
  <p:tag name="KSO_WM_UNIT_DIAGRAM_ISREFERUNIT" val="0"/>
  <p:tag name="KSO_WM_UNIT_TYPE" val="a"/>
  <p:tag name="KSO_WM_UNIT_INDEX" val="1"/>
  <p:tag name="KSO_WM_UNIT_ID" val="diagram20211243_1*a*1"/>
  <p:tag name="KSO_WM_TEMPLATE_CATEGORY" val="diagram"/>
  <p:tag name="KSO_WM_TEMPLATE_INDEX" val="20211243"/>
  <p:tag name="KSO_WM_UNIT_LAYERLEVEL" val="1"/>
  <p:tag name="KSO_WM_TAG_VERSION" val="1.0"/>
  <p:tag name="KSO_WM_BEAUTIFY_FLAG" val=""/>
  <p:tag name="KSO_WM_UNIT_PRESET_TEXT" val="单击此处添加大标题内容"/>
  <p:tag name="KSO_WM_UNIT_DEFAULT_FONT" val="24;44;4"/>
  <p:tag name="KSO_WM_UNIT_BLOCK" val="0"/>
  <p:tag name="KSO_WM_UNIT_SHOW_EDIT_AREA_INDICATION" val="1"/>
  <p:tag name="KSO_WM_CHIP_GROUPID" val="5e7881253197e252a37019b5"/>
  <p:tag name="KSO_WM_CHIP_XID" val="5e7881253197e252a37019b6"/>
  <p:tag name="KSO_WM_UNIT_DEC_AREA_ID" val="66f4202f0f0f4bea8883f78590511a13"/>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cdda476990dc43289fcea8b698d5b000"/>
  <p:tag name="KSO_WM_UNIT_TEXT_FILL_FORE_SCHEMECOLOR_INDEX_BRIGHTNESS" val="0"/>
  <p:tag name="KSO_WM_UNIT_TEXT_FILL_FORE_SCHEMECOLOR_INDEX" val="13"/>
  <p:tag name="KSO_WM_UNIT_TEXT_FILL_TYPE" val="1"/>
  <p:tag name="KSO_WM_TEMPLATE_ASSEMBLE_XID" val="639af7e80c9383becde6942d"/>
  <p:tag name="KSO_WM_TEMPLATE_ASSEMBLE_GROUPID" val="639af7e80c9383becde6942d"/>
</p:tagLst>
</file>

<file path=ppt/tags/tag142.xml><?xml version="1.0" encoding="utf-8"?>
<p:tagLst xmlns:p="http://schemas.openxmlformats.org/presentationml/2006/main">
  <p:tag name="KSO_WM_BEAUTIFY_FLAG" val="#wm#"/>
  <p:tag name="KSO_WM_TEMPLATE_CATEGORY" val="diagram"/>
  <p:tag name="KSO_WM_TEMPLATE_INDEX" val="20211243"/>
</p:tagLst>
</file>

<file path=ppt/tags/tag143.xml><?xml version="1.0" encoding="utf-8"?>
<p:tagLst xmlns:p="http://schemas.openxmlformats.org/presentationml/2006/main">
  <p:tag name="KSO_WM_UNIT_ISCONTENTSTITLE" val="0"/>
  <p:tag name="KSO_WM_UNIT_ISNUMDGMTITLE" val="0"/>
  <p:tag name="KSO_WM_UNIT_NOCLEAR" val="0"/>
  <p:tag name="KSO_WM_UNIT_VALUE" val="9"/>
  <p:tag name="KSO_WM_UNIT_HIGHLIGHT" val="0"/>
  <p:tag name="KSO_WM_UNIT_COMPATIBLE" val="0"/>
  <p:tag name="KSO_WM_UNIT_DIAGRAM_ISNUMVISUAL" val="0"/>
  <p:tag name="KSO_WM_UNIT_DIAGRAM_ISREFERUNIT" val="0"/>
  <p:tag name="KSO_WM_UNIT_TYPE" val="a"/>
  <p:tag name="KSO_WM_UNIT_INDEX" val="1"/>
  <p:tag name="KSO_WM_UNIT_ID" val="diagram20212215_1*a*1"/>
  <p:tag name="KSO_WM_TEMPLATE_CATEGORY" val="diagram"/>
  <p:tag name="KSO_WM_TEMPLATE_INDEX" val="20212215"/>
  <p:tag name="KSO_WM_UNIT_LAYERLEVEL" val="1"/>
  <p:tag name="KSO_WM_TAG_VERSION" val="1.0"/>
  <p:tag name="KSO_WM_BEAUTIFY_FLAG" val="#wm#"/>
  <p:tag name="KSO_WM_UNIT_PRESET_TEXT" val="添加标题"/>
  <p:tag name="KSO_WM_UNIT_DEFAULT_FONT" val="24;44;4"/>
  <p:tag name="KSO_WM_UNIT_BLOCK" val="0"/>
  <p:tag name="KSO_WM_UNIT_SHOW_EDIT_AREA_INDICATION" val="1"/>
  <p:tag name="KSO_WM_CHIP_GROUPID" val="5e7881253197e252a37019b5"/>
  <p:tag name="KSO_WM_CHIP_XID" val="5e7881253197e252a37019b6"/>
  <p:tag name="KSO_WM_UNIT_DEC_AREA_ID" val="7781c4cb25be49a584d5d1da30c580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b&quot;,&quot;fill_mode&quot;:&quot;full&quot;,&quot;sacle_strategy&quot;:&quot;smart&quot;}"/>
  <p:tag name="KSO_WM_ASSEMBLE_CHIP_INDEX" val="f84a11210a1645a0929e9f363acf313e"/>
  <p:tag name="KSO_WM_UNIT_TEXT_FILL_FORE_SCHEMECOLOR_INDEX_BRIGHTNESS" val="0"/>
  <p:tag name="KSO_WM_UNIT_TEXT_FILL_FORE_SCHEMECOLOR_INDEX" val="13"/>
  <p:tag name="KSO_WM_UNIT_TEXT_FILL_TYPE" val="1"/>
  <p:tag name="KSO_WM_TEMPLATE_ASSEMBLE_XID" val="639b06370c9383becde71a1e"/>
  <p:tag name="KSO_WM_TEMPLATE_ASSEMBLE_GROUPID" val="639b06370c9383becde71a1e"/>
</p:tagLst>
</file>

<file path=ppt/tags/tag144.xml><?xml version="1.0" encoding="utf-8"?>
<p:tagLst xmlns:p="http://schemas.openxmlformats.org/presentationml/2006/main">
  <p:tag name="KSO_WM_UNIT_VALUE" val="1100*1227"/>
  <p:tag name="KSO_WM_UNIT_HIGHLIGHT" val="0"/>
  <p:tag name="KSO_WM_UNIT_COMPATIBLE" val="0"/>
  <p:tag name="KSO_WM_UNIT_DIAGRAM_ISNUMVISUAL" val="0"/>
  <p:tag name="KSO_WM_UNIT_DIAGRAM_ISREFERUNIT" val="0"/>
  <p:tag name="KSO_WM_UNIT_TYPE" val="d"/>
  <p:tag name="KSO_WM_UNIT_INDEX" val="1"/>
  <p:tag name="KSO_WM_UNIT_ID" val="diagram20212215_1*d*1"/>
  <p:tag name="KSO_WM_TEMPLATE_CATEGORY" val="diagram"/>
  <p:tag name="KSO_WM_TEMPLATE_INDEX" val="20212215"/>
  <p:tag name="KSO_WM_UNIT_LAYERLEVEL" val="1"/>
  <p:tag name="KSO_WM_TAG_VERSION" val="1.0"/>
  <p:tag name="KSO_WM_BEAUTIFY_FLAG" val="#wm#"/>
  <p:tag name="KSO_WM_CHIP_GROUPID" val="5e7310da9a230a26b9e88a19"/>
  <p:tag name="KSO_WM_CHIP_XID" val="5e7310da9a230a26b9e88a1a"/>
  <p:tag name="KSO_WM_UNIT_DEC_AREA_ID" val="ed577dfaa2f344c2b4f778cdc26632be"/>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t&quot;,&quot;fill_mode&quot;:&quot;full&quot;,&quot;sacle_strategy&quot;:&quot;smart&quot;}"/>
  <p:tag name="KSO_WM_ASSEMBLE_CHIP_INDEX" val="d241a0f26f2f4bf59c5bfec223d2dddf"/>
  <p:tag name="KSO_WM_UNIT_SUPPORT_UNIT_TYPE" val="[&quot;d&quot;,&quot;α&quot;,&quot;β&quot;,&quot;θ&quot;]"/>
  <p:tag name="KSO_WM_TEMPLATE_ASSEMBLE_XID" val="639b06370c9383becde71a1e"/>
  <p:tag name="KSO_WM_TEMPLATE_ASSEMBLE_GROUPID" val="639b06370c9383becde71a1e"/>
</p:tagLst>
</file>

<file path=ppt/tags/tag145.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地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地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2215_1*f*1"/>
  <p:tag name="KSO_WM_TEMPLATE_CATEGORY" val="diagram"/>
  <p:tag name="KSO_WM_TEMPLATE_INDEX" val="20212215"/>
  <p:tag name="KSO_WM_UNIT_LAYERLEVEL" val="1"/>
  <p:tag name="KSO_WM_TAG_VERSION" val="1.0"/>
  <p:tag name="KSO_WM_BEAUTIFY_FLAG" val="#wm#"/>
  <p:tag name="KSO_WM_UNIT_DEFAULT_FONT" val="14;20;2"/>
  <p:tag name="KSO_WM_UNIT_BLOCK" val="0"/>
  <p:tag name="KSO_WM_UNIT_VALUE" val="336"/>
  <p:tag name="KSO_WM_UNIT_SHOW_EDIT_AREA_INDICATION" val="1"/>
  <p:tag name="KSO_WM_CHIP_GROUPID" val="5e6b05596848fb12bee65ac8"/>
  <p:tag name="KSO_WM_CHIP_XID" val="5e6b05596848fb12bee65aca"/>
  <p:tag name="KSO_WM_UNIT_DEC_AREA_ID" val="531a551f70e64bd9b3467586c2eb8a1a"/>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32b85d72a2e041d2a53aa3d309c8d125"/>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39b06370c9383becde71a1e"/>
  <p:tag name="KSO_WM_TEMPLATE_ASSEMBLE_GROUPID" val="639b06370c9383becde71a1e"/>
</p:tagLst>
</file>

<file path=ppt/tags/tag146.xml><?xml version="1.0" encoding="utf-8"?>
<p:tagLst xmlns:p="http://schemas.openxmlformats.org/presentationml/2006/main">
  <p:tag name="KSO_WM_BEAUTIFY_FLAG" val="#wm#"/>
  <p:tag name="KSO_WM_TEMPLATE_CATEGORY" val="diagram"/>
  <p:tag name="KSO_WM_TEMPLATE_INDEX" val="20212215"/>
  <p:tag name="KSO_WM_SLIDE_ID" val="diagram20212215_1"/>
  <p:tag name="KSO_WM_TEMPLATE_SUBCATEGORY" val="21"/>
  <p:tag name="KSO_WM_TEMPLATE_MASTER_TYPE" val="0"/>
  <p:tag name="KSO_WM_TEMPLATE_COLOR_TYPE" val="1"/>
  <p:tag name="KSO_WM_SLIDE_ITEM_CNT" val="0"/>
  <p:tag name="KSO_WM_SLIDE_INDEX" val="1"/>
  <p:tag name="KSO_WM_TAG_VERSION" val="1.0"/>
  <p:tag name="KSO_WM_CHIP_INFOS" val="{&quot;type&quot;:0,&quot;layout_type&quot;:&quot;leftright&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slide_type&quot;:[&quot;text&quot;]}"/>
  <p:tag name="KSO_WM_CHIP_XID" val="5eecab20a758c1ec0b7089d3"/>
  <p:tag name="KSO_WM_SLIDE_TYPE" val="text"/>
  <p:tag name="KSO_WM_SLIDE_SUBTYPE" val="picTxt"/>
  <p:tag name="KSO_WM_SLIDE_SIZE" val="864*396"/>
  <p:tag name="KSO_WM_SLIDE_POSITION" val="48*72"/>
  <p:tag name="KSO_WM_SLIDE_LAYOUT" val="a_d_f"/>
  <p:tag name="KSO_WM_SLIDE_LAYOUT_CNT" val="1_1_1"/>
  <p:tag name="KSO_WM_SLIDE_LAYOUT_INFO" val="{&quot;backgroundInfo&quot;:[{&quot;bottom&quot;:0,&quot;bottomAbs&quot;:false,&quot;left&quot;:0,&quot;leftAbs&quot;:false,&quot;right&quot;:0,&quot;rightAbs&quot;:false,&quot;top&quot;:0,&quot;topAbs&quot;:false,&quot;type&quot;:&quot;general&quot;}],&quot;direction&quot;:1,&quot;id&quot;:&quot;2022-12-15T19:34:16&quot;,&quot;maxSize&quot;:{&quot;size1&quot;:49.99966382980347},&quot;minSize&quot;:{&quot;size1&quot;:36.19966382980347},&quot;normalSize&quot;:{&quot;size1&quot;:47.86216382980346},&quot;subLayout&quot;:[{&quot;id&quot;:&quot;2022-12-15T19:34:16&quot;,&quot;maxSize&quot;:{&quot;size1&quot;:46.699979786872355},&quot;minSize&quot;:{&quot;size1&quot;:19.999979786872345},&quot;normalSize&quot;:{&quot;size1&quot;:24.59997978687234},&quot;subLayout&quot;:[{&quot;id&quot;:&quot;2022-12-15T19:34:16&quot;,&quot;margin&quot;:{&quot;bottom&quot;:0.02600000612437725,&quot;left&quot;:1.6929999589920044,&quot;right&quot;:0.02600000612437725,&quot;top&quot;:1.6929999589920044},&quot;type&quot;:0},{&quot;id&quot;:&quot;2022-12-15T19:34:16&quot;,&quot;margin&quot;:{&quot;bottom&quot;:1.6929999589920044,&quot;left&quot;:1.6929999589920044,&quot;right&quot;:0.02600000612437725,&quot;top&quot;:0.8199999928474426},&quot;type&quot;:0}],&quot;type&quot;:0},{&quot;id&quot;:&quot;2022-12-15T19:34:16&quot;,&quot;margin&quot;:{&quot;bottom&quot;:1.6929999589920044,&quot;left&quot;:1.243999719619751,&quot;right&quot;:1.6929999589920044,&quot;top&quot;:1.6929999589920044},&quot;type&quot;:0}],&quot;type&quot;:0}"/>
  <p:tag name="KSO_WM_SLIDE_BACKGROUND" val="[&quot;general&quot;]"/>
  <p:tag name="KSO_WM_SLIDE_RATIO" val="1.777778"/>
  <p:tag name="KSO_WM_CHIP_FILLPROP" val="[[{&quot;text_align&quot;:&quot;lb&quot;,&quot;text_direction&quot;:&quot;horizontal&quot;,&quot;support_big_font&quot;:false,&quot;picture_toward&quot;:0,&quot;picture_dockside&quot;:[],&quot;fill_id&quot;:&quot;b7340f5df43247b388bf8111af5beefc&quot;,&quot;fill_align&quot;:&quot;lb&quot;,&quot;chip_types&quot;:[&quot;header&quot;]},{&quot;text_align&quot;:&quot;lt&quot;,&quot;text_direction&quot;:&quot;horizontal&quot;,&quot;support_big_font&quot;:false,&quot;picture_toward&quot;:0,&quot;picture_dockside&quot;:[],&quot;fill_id&quot;:&quot;39e5b8525f65425eb1a46efefc99b092&quot;,&quot;fill_align&quot;:&quot;lt&quot;,&quot;chip_types&quot;:[&quot;pictext&quot;,&quot;text&quot;,&quot;picture&quot;,&quot;chart&quot;,&quot;table&quot;,&quot;video&quot;]},{&quot;text_align&quot;:&quot;lm&quot;,&quot;text_direction&quot;:&quot;horizontal&quot;,&quot;support_features&quot;:[&quot;collage&quot;,&quot;carousel&quot;,&quot;creativecrop&quot;],&quot;support_big_font&quot;:false,&quot;picture_toward&quot;:0,&quot;picture_dockside&quot;:[],&quot;fill_id&quot;:&quot;36771e6c83554b7eb13570d10bad3e3b&quot;,&quot;fill_align&quot;:&quot;cm&quot;,&quot;chip_types&quot;:[&quot;diagram&quot;,&quot;pictext&quot;,&quot;text&quot;,&quot;picture&quot;,&quot;chart&quot;,&quot;table&quot;,&quot;video&quot;]}],[{&quot;text_align&quot;:&quot;lb&quot;,&quot;text_direction&quot;:&quot;horizontal&quot;,&quot;support_big_font&quot;:false,&quot;picture_toward&quot;:0,&quot;picture_dockside&quot;:[],&quot;fill_id&quot;:&quot;b7340f5df43247b388bf8111af5beefc&quot;,&quot;fill_align&quot;:&quot;lb&quot;,&quot;chip_types&quot;:[&quot;text&quot;,&quot;header&quot;]},{&quot;text_align&quot;:&quot;lt&quot;,&quot;text_direction&quot;:&quot;horizontal&quot;,&quot;support_big_font&quot;:false,&quot;picture_toward&quot;:0,&quot;picture_dockside&quot;:[],&quot;fill_id&quot;:&quot;39e5b8525f65425eb1a46efefc99b092&quot;,&quot;fill_align&quot;:&quot;lt&quot;,&quot;chip_types&quot;:[&quot;picture&quot;]},{&quot;text_align&quot;:&quot;lm&quot;,&quot;text_direction&quot;:&quot;horizontal&quot;,&quot;support_features&quot;:[&quot;collage&quot;],&quot;support_big_font&quot;:false,&quot;picture_toward&quot;:0,&quot;picture_dockside&quot;:[],&quot;fill_id&quot;:&quot;36771e6c83554b7eb13570d10bad3e3b&quot;,&quot;fill_align&quot;:&quot;rm&quot;,&quot;chip_types&quot;:[&quot;pictext&quot;,&quot;picture&quot;,&quot;chart&quot;,&quot;table&quot;,&quot;video&quot;]}]]"/>
  <p:tag name="KSO_WM_CHIP_DECFILLPROP" val="[]"/>
  <p:tag name="KSO_WM_CHIP_GROUPID" val="5eecab20a758c1ec0b7089d1"/>
  <p:tag name="KSO_WM_SLIDE_BK_DARK_LIGHT" val="2"/>
  <p:tag name="KSO_WM_SLIDE_BACKGROUND_TYPE" val="general"/>
  <p:tag name="KSO_WM_SLIDE_SUPPORT_FEATURE_TYPE" val="0"/>
  <p:tag name="KSO_WM_TEMPLATE_ASSEMBLE_XID" val="639b06370c9383becde71a1e"/>
  <p:tag name="KSO_WM_TEMPLATE_ASSEMBLE_GROUPID" val="639b06370c9383becde71a1e"/>
</p:tagLst>
</file>

<file path=ppt/tags/tag1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12828_1*i*1"/>
  <p:tag name="KSO_WM_UNIT_LAYERLEVEL" val="1"/>
  <p:tag name="KSO_WM_TAG_VERSION" val="1.0"/>
  <p:tag name="KSO_WM_BEAUTIFY_FLAG" val="#wm#"/>
  <p:tag name="KSO_WM_UNIT_TYPE" val="i"/>
  <p:tag name="KSO_WM_UNIT_INDEX" val="1"/>
  <p:tag name="KSO_WM_UNIT_SUBTYPE" val="h"/>
  <p:tag name="KSO_WM_SLIDE_BACKGROUND_TYPE" val="leftRight"/>
  <p:tag name="KSO_WM_SLIDE_BK_DARK_LIGHT" val="2"/>
  <p:tag name="KSO_WM_UNIT_BK_DARK_LIGHT" val="2"/>
  <p:tag name="KSO_WM_UNIT_FILL_FORE_SCHEMECOLOR_INDEX_BRIGHTNESS" val="0"/>
  <p:tag name="KSO_WM_UNIT_FILL_FORE_SCHEMECOLOR_INDEX" val="15"/>
  <p:tag name="KSO_WM_UNIT_FILL_TYPE" val="1"/>
  <p:tag name="KSO_WM_UNIT_TEXT_FILL_FORE_SCHEMECOLOR_INDEX_BRIGHTNESS" val="0"/>
  <p:tag name="KSO_WM_UNIT_TEXT_FILL_FORE_SCHEMECOLOR_INDEX" val="2"/>
  <p:tag name="KSO_WM_UNIT_TEXT_FILL_TYPE" val="1"/>
  <p:tag name="KSO_WM_TEMPLATE_CATEGORY" val="diagram"/>
  <p:tag name="KSO_WM_TEMPLATE_INDEX" val="20212828"/>
  <p:tag name="KSO_WM_UNIT_VALUE" val="625"/>
  <p:tag name="KSO_WM_TEMPLATE_ASSEMBLE_XID" val="60656f604054ed1e2fb808da"/>
  <p:tag name="KSO_WM_TEMPLATE_ASSEMBLE_GROUPID" val="60656f604054ed1e2fb808da"/>
</p:tagLst>
</file>

<file path=ppt/tags/tag148.xml><?xml version="1.0" encoding="utf-8"?>
<p:tagLst xmlns:p="http://schemas.openxmlformats.org/presentationml/2006/main">
  <p:tag name="KSO_WM_UNIT_ISCONTENTSTITLE" val="0"/>
  <p:tag name="KSO_WM_UNIT_ISNUMDGMTITLE" val="0"/>
  <p:tag name="KSO_WM_UNIT_NOCLEAR" val="0"/>
  <p:tag name="KSO_WM_UNIT_VALUE" val="18"/>
  <p:tag name="KSO_WM_UNIT_HIGHLIGHT" val="0"/>
  <p:tag name="KSO_WM_UNIT_COMPATIBLE" val="0"/>
  <p:tag name="KSO_WM_UNIT_DIAGRAM_ISNUMVISUAL" val="0"/>
  <p:tag name="KSO_WM_UNIT_DIAGRAM_ISREFERUNIT" val="0"/>
  <p:tag name="KSO_WM_UNIT_TYPE" val="a"/>
  <p:tag name="KSO_WM_UNIT_INDEX" val="1"/>
  <p:tag name="KSO_WM_UNIT_ID" val="diagram20212828_1*a*1"/>
  <p:tag name="KSO_WM_TEMPLATE_CATEGORY" val="diagram"/>
  <p:tag name="KSO_WM_TEMPLATE_INDEX" val="20212828"/>
  <p:tag name="KSO_WM_UNIT_LAYERLEVEL" val="1"/>
  <p:tag name="KSO_WM_TAG_VERSION" val="1.0"/>
  <p:tag name="KSO_WM_BEAUTIFY_FLAG" val="#wm#"/>
  <p:tag name="KSO_WM_UNIT_PRESET_TEXT" val="单击此处添加大标题内容"/>
  <p:tag name="KSO_WM_UNIT_DEFAULT_FONT" val="24;44;4"/>
  <p:tag name="KSO_WM_UNIT_BLOCK" val="0"/>
  <p:tag name="KSO_WM_UNIT_SHOW_EDIT_AREA_INDICATION" val="1"/>
  <p:tag name="KSO_WM_CHIP_GROUPID" val="5e7881253197e252a37019b5"/>
  <p:tag name="KSO_WM_CHIP_XID" val="5e7881253197e252a37019b6"/>
  <p:tag name="KSO_WM_UNIT_DEC_AREA_ID" val="312ad03f443848d39ff0886f0bfb6135"/>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b&quot;,&quot;fill_mode&quot;:&quot;full&quot;,&quot;sacle_strategy&quot;:&quot;smart&quot;}"/>
  <p:tag name="KSO_WM_ASSEMBLE_CHIP_INDEX" val="91531eb5d1ae4c87bafc644dd634ea55"/>
  <p:tag name="KSO_WM_UNIT_TEXT_FILL_FORE_SCHEMECOLOR_INDEX_BRIGHTNESS" val="0"/>
  <p:tag name="KSO_WM_UNIT_TEXT_FILL_FORE_SCHEMECOLOR_INDEX" val="13"/>
  <p:tag name="KSO_WM_UNIT_TEXT_FILL_TYPE" val="1"/>
  <p:tag name="KSO_WM_TEMPLATE_ASSEMBLE_XID" val="60656f604054ed1e2fb808da"/>
  <p:tag name="KSO_WM_TEMPLATE_ASSEMBLE_GROUPID" val="60656f604054ed1e2fb808da"/>
</p:tagLst>
</file>

<file path=ppt/tags/tag149.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2828_1*f*1"/>
  <p:tag name="KSO_WM_TEMPLATE_CATEGORY" val="diagram"/>
  <p:tag name="KSO_WM_TEMPLATE_INDEX" val="20212828"/>
  <p:tag name="KSO_WM_UNIT_LAYERLEVEL" val="1"/>
  <p:tag name="KSO_WM_TAG_VERSION" val="1.0"/>
  <p:tag name="KSO_WM_BEAUTIFY_FLAG" val="#wm#"/>
  <p:tag name="KSO_WM_UNIT_DEFAULT_FONT" val="14;20;2"/>
  <p:tag name="KSO_WM_UNIT_BLOCK" val="0"/>
  <p:tag name="KSO_WM_UNIT_VALUE" val="162"/>
  <p:tag name="KSO_WM_UNIT_SHOW_EDIT_AREA_INDICATION" val="1"/>
  <p:tag name="KSO_WM_CHIP_GROUPID" val="5e6b05596848fb12bee65ac8"/>
  <p:tag name="KSO_WM_CHIP_XID" val="5e6b05596848fb12bee65aca"/>
  <p:tag name="KSO_WM_UNIT_DEC_AREA_ID" val="09a0f6e4672146d0a746d987a14fae6a"/>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t&quot;,&quot;fill_mode&quot;:&quot;full&quot;,&quot;sacle_strategy&quot;:&quot;smart&quot;}"/>
  <p:tag name="KSO_WM_ASSEMBLE_CHIP_INDEX" val="dec7c19d3dd545258a7dfce15aa05b96"/>
  <p:tag name="KSO_WM_UNIT_TEXT_FILL_FORE_SCHEMECOLOR_INDEX_BRIGHTNESS" val="0.25"/>
  <p:tag name="KSO_WM_UNIT_TEXT_FILL_FORE_SCHEMECOLOR_INDEX" val="13"/>
  <p:tag name="KSO_WM_UNIT_TEXT_FILL_TYPE" val="1"/>
  <p:tag name="KSO_WM_TEMPLATE_ASSEMBLE_XID" val="60656f604054ed1e2fb808da"/>
  <p:tag name="KSO_WM_TEMPLATE_ASSEMBLE_GROUPID" val="60656f604054ed1e2fb808da"/>
</p:tagLst>
</file>

<file path=ppt/tags/tag150.xml><?xml version="1.0" encoding="utf-8"?>
<p:tagLst xmlns:p="http://schemas.openxmlformats.org/presentationml/2006/main">
  <p:tag name="KSO_WM_BEAUTIFY_FLAG" val=""/>
</p:tagLst>
</file>

<file path=ppt/tags/tag151.xml><?xml version="1.0" encoding="utf-8"?>
<p:tagLst xmlns:p="http://schemas.openxmlformats.org/presentationml/2006/main">
  <p:tag name="KSO_WM_BEAUTIFY_FLAG" val="#wm#"/>
  <p:tag name="KSO_WM_TEMPLATE_CATEGORY" val="diagram"/>
  <p:tag name="KSO_WM_TEMPLATE_INDEX" val="20212828"/>
  <p:tag name="KSO_WM_CHIP_INFOS" val="{&quot;type&quot;:0,&quot;layout_type&quot;:&quot;leftright&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slide_type&quot;:[&quot;text&quot;]}"/>
  <p:tag name="KSO_WM_SLIDE_ID" val="diagram20212828_1"/>
  <p:tag name="KSO_WM_TEMPLATE_SUBCATEGORY" val="21"/>
  <p:tag name="KSO_WM_TEMPLATE_MASTER_TYPE" val="0"/>
  <p:tag name="KSO_WM_TEMPLATE_COLOR_TYPE" val="1"/>
  <p:tag name="KSO_WM_SLIDE_ITEM_CNT" val="0"/>
  <p:tag name="KSO_WM_SLIDE_INDEX" val="1"/>
  <p:tag name="KSO_WM_TAG_VERSION" val="1.0"/>
  <p:tag name="KSO_WM_SLIDE_LAYOUT_INFO" val="{&quot;backgroundInfo&quot;:[{&quot;bottom&quot;:0,&quot;bottomAbs&quot;:false,&quot;left&quot;:0,&quot;leftAbs&quot;:false,&quot;right&quot;:0,&quot;rightAbs&quot;:false,&quot;top&quot;:0,&quot;topAbs&quot;:false,&quot;type&quot;:&quot;general&quot;}],&quot;direction&quot;:1,&quot;id&quot;:&quot;2021-04-01T15:42:54&quot;,&quot;maxSize&quot;:{&quot;size1&quot;:47.5},&quot;minSize&quot;:{&quot;size1&quot;:47.5},&quot;normalSize&quot;:{&quot;size1&quot;:47.5},&quot;subLayout&quot;:[{&quot;backgroundInfo&quot;:[{&quot;bottom&quot;:0,&quot;bottomAbs&quot;:false,&quot;left&quot;:0,&quot;leftAbs&quot;:false,&quot;right&quot;:0,&quot;rightAbs&quot;:false,&quot;top&quot;:0,&quot;topAbs&quot;:false,&quot;type&quot;:&quot;leftRight&quot;}],&quot;id&quot;:&quot;2021-04-01T15:42:54&quot;,&quot;maxSize&quot;:{&quot;size1&quot;:39.99961369300123},&quot;minSize&quot;:{&quot;size1&quot;:24.399613693001232},&quot;normalSize&quot;:{&quot;size1&quot;:26.760724804112346},&quot;subLayout&quot;:[{&quot;id&quot;:&quot;2021-04-01T15:42:54&quot;,&quot;margin&quot;:{&quot;bottom&quot;:0.847000002861023,&quot;left&quot;:1.6929999589920044,&quot;right&quot;:1.6929999589920044,&quot;top&quot;:2.117000102996826},&quot;type&quot;:0},{&quot;id&quot;:&quot;2021-04-01T15:42:54&quot;,&quot;margin&quot;:{&quot;bottom&quot;:2.117000102996826,&quot;left&quot;:1.6929999589920044,&quot;right&quot;:1.6929999589920044,&quot;top&quot;:0},&quot;type&quot;:0}],&quot;type&quot;:0},{&quot;id&quot;:&quot;2021-04-01T15:42:54&quot;,&quot;margin&quot;:{&quot;bottom&quot;:2.117000102996826,&quot;left&quot;:1.6929999589920044,&quot;right&quot;:1.6929999589920044,&quot;top&quot;:2.117000102996826},&quot;type&quot;:0}],&quot;type&quot;:0}"/>
  <p:tag name="KSO_WM_SLIDE_BACKGROUND" val="[&quot;general&quot;,&quot;leftRight&quot;]"/>
  <p:tag name="KSO_WM_SLIDE_RATIO" val="1.777778"/>
  <p:tag name="KSO_WM_CHIP_FILLPROP" val="[[{&quot;text_align&quot;:&quot;lm&quot;,&quot;text_direction&quot;:&quot;horizontal&quot;,&quot;support_features&quot;:[&quot;collage&quot;,&quot;carousel&quot;,&quot;creativecrop&quot;],&quot;support_big_font&quot;:false,&quot;picture_toward&quot;:0,&quot;picture_dockside&quot;:[],&quot;fill_id&quot;:&quot;4e00d7b9d9bc4fb585f3491bf1850796&quot;,&quot;fill_align&quot;:&quot;cm&quot;,&quot;chip_types&quot;:[&quot;picture&quot;,&quot;chart&quot;,&quot;table&quot;,&quot;video&quot;]},{&quot;text_align&quot;:&quot;lb&quot;,&quot;text_direction&quot;:&quot;horizontal&quot;,&quot;support_big_font&quot;:false,&quot;picture_toward&quot;:0,&quot;picture_dockside&quot;:[],&quot;fill_id&quot;:&quot;d787edc8c72f48f2b51836fe195a3eda&quot;,&quot;fill_align&quot;:&quot;lb&quot;,&quot;chip_types&quot;:[&quot;text&quot;,&quot;header&quot;]},{&quot;text_align&quot;:&quot;lt&quot;,&quot;text_direction&quot;:&quot;horizontal&quot;,&quot;support_big_font&quot;:false,&quot;picture_toward&quot;:0,&quot;picture_dockside&quot;:[],&quot;fill_id&quot;:&quot;244c4b96b97e47be9eb5db9ae37a3557&quot;,&quot;fill_align&quot;:&quot;lt&quot;,&quot;chip_types&quot;:[&quot;text&quot;]}]]"/>
  <p:tag name="KSO_WM_SLIDE_TYPE" val="text"/>
  <p:tag name="KSO_WM_SLIDE_SUBTYPE" val="picTxt"/>
  <p:tag name="KSO_WM_SLIDE_SIZE" val="887*540"/>
  <p:tag name="KSO_WM_SLIDE_POSITION" val="0*0"/>
  <p:tag name="KSO_WM_SLIDE_LAYOUT" val="a_d_f"/>
  <p:tag name="KSO_WM_SLIDE_LAYOUT_CNT" val="1_1_1"/>
  <p:tag name="KSO_WM_CHIP_XID" val="5eecadc7a758c1ec0b7089f9"/>
  <p:tag name="KSO_WM_CHIP_DECFILLPROP" val="[]"/>
  <p:tag name="KSO_WM_SLIDE_CAN_ADD_NAVIGATION" val="1"/>
  <p:tag name="KSO_WM_CHIP_GROUPID" val="5eecadc7a758c1ec0b7089f8"/>
  <p:tag name="KSO_WM_SLIDE_BK_DARK_LIGHT" val="2"/>
  <p:tag name="KSO_WM_SLIDE_BACKGROUND_TYPE" val="leftRight"/>
  <p:tag name="KSO_WM_SLIDE_SUPPORT_FEATURE_TYPE" val="7"/>
  <p:tag name="KSO_WM_TEMPLATE_ASSEMBLE_XID" val="60656f604054ed1e2fb808da"/>
  <p:tag name="KSO_WM_TEMPLATE_ASSEMBLE_GROUPID" val="60656f604054ed1e2fb808da"/>
</p:tagLst>
</file>

<file path=ppt/tags/tag152.xml><?xml version="1.0" encoding="utf-8"?>
<p:tagLst xmlns:p="http://schemas.openxmlformats.org/presentationml/2006/main">
  <p:tag name="KSO_WM_BEAUTIFY_FLAG" val=""/>
</p:tagLst>
</file>

<file path=ppt/tags/tag1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11243_1*i*1"/>
  <p:tag name="KSO_WM_UNIT_LAYERLEVEL" val="1"/>
  <p:tag name="KSO_WM_TAG_VERSION" val="1.0"/>
  <p:tag name="KSO_WM_BEAUTIFY_FLAG" val=""/>
  <p:tag name="KSO_WM_UNIT_TYPE" val="i"/>
  <p:tag name="KSO_WM_UNIT_INDEX" val="1"/>
  <p:tag name="KSO_WM_UNIT_SUBTYPE" val="h"/>
  <p:tag name="KSO_WM_SLIDE_BACKGROUND_TYPE" val="navigation"/>
  <p:tag name="KSO_WM_SLIDE_BK_DARK_LIGHT" val="2"/>
  <p:tag name="KSO_WM_UNIT_BK_DARK_LIGHT" val="2"/>
  <p:tag name="KSO_WM_UNIT_FILL_FORE_SCHEMECOLOR_INDEX_BRIGHTNESS" val="0"/>
  <p:tag name="KSO_WM_UNIT_FILL_FORE_SCHEMECOLOR_INDEX" val="15"/>
  <p:tag name="KSO_WM_UNIT_FILL_TYPE" val="1"/>
  <p:tag name="KSO_WM_UNIT_TEXT_FILL_FORE_SCHEMECOLOR_INDEX_BRIGHTNESS" val="0"/>
  <p:tag name="KSO_WM_UNIT_TEXT_FILL_FORE_SCHEMECOLOR_INDEX" val="2"/>
  <p:tag name="KSO_WM_UNIT_TEXT_FILL_TYPE" val="1"/>
  <p:tag name="KSO_WM_TEMPLATE_CATEGORY" val="diagram"/>
  <p:tag name="KSO_WM_TEMPLATE_INDEX" val="20211243"/>
  <p:tag name="KSO_WM_UNIT_VALUE" val="159"/>
  <p:tag name="KSO_WM_TEMPLATE_ASSEMBLE_XID" val="639af7e80c9383becde6942d"/>
  <p:tag name="KSO_WM_TEMPLATE_ASSEMBLE_GROUPID" val="639af7e80c9383becde6942d"/>
</p:tagLst>
</file>

<file path=ppt/tags/tag154.xml><?xml version="1.0" encoding="utf-8"?>
<p:tagLst xmlns:p="http://schemas.openxmlformats.org/presentationml/2006/main">
  <p:tag name="KSO_WM_UNIT_ISCONTENTSTITLE" val="0"/>
  <p:tag name="KSO_WM_UNIT_ISNUMDGMTITLE" val="0"/>
  <p:tag name="KSO_WM_UNIT_NOCLEAR" val="0"/>
  <p:tag name="KSO_WM_UNIT_VALUE" val="31"/>
  <p:tag name="KSO_WM_UNIT_HIGHLIGHT" val="0"/>
  <p:tag name="KSO_WM_UNIT_COMPATIBLE" val="0"/>
  <p:tag name="KSO_WM_UNIT_DIAGRAM_ISNUMVISUAL" val="0"/>
  <p:tag name="KSO_WM_UNIT_DIAGRAM_ISREFERUNIT" val="0"/>
  <p:tag name="KSO_WM_UNIT_TYPE" val="a"/>
  <p:tag name="KSO_WM_UNIT_INDEX" val="1"/>
  <p:tag name="KSO_WM_UNIT_ID" val="diagram20211243_1*a*1"/>
  <p:tag name="KSO_WM_TEMPLATE_CATEGORY" val="diagram"/>
  <p:tag name="KSO_WM_TEMPLATE_INDEX" val="20211243"/>
  <p:tag name="KSO_WM_UNIT_LAYERLEVEL" val="1"/>
  <p:tag name="KSO_WM_TAG_VERSION" val="1.0"/>
  <p:tag name="KSO_WM_BEAUTIFY_FLAG" val=""/>
  <p:tag name="KSO_WM_UNIT_PRESET_TEXT" val="单击此处添加大标题内容"/>
  <p:tag name="KSO_WM_UNIT_DEFAULT_FONT" val="24;44;4"/>
  <p:tag name="KSO_WM_UNIT_BLOCK" val="0"/>
  <p:tag name="KSO_WM_UNIT_SHOW_EDIT_AREA_INDICATION" val="1"/>
  <p:tag name="KSO_WM_CHIP_GROUPID" val="5e7881253197e252a37019b5"/>
  <p:tag name="KSO_WM_CHIP_XID" val="5e7881253197e252a37019b6"/>
  <p:tag name="KSO_WM_UNIT_DEC_AREA_ID" val="66f4202f0f0f4bea8883f78590511a13"/>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cdda476990dc43289fcea8b698d5b000"/>
  <p:tag name="KSO_WM_UNIT_TEXT_FILL_FORE_SCHEMECOLOR_INDEX_BRIGHTNESS" val="0"/>
  <p:tag name="KSO_WM_UNIT_TEXT_FILL_FORE_SCHEMECOLOR_INDEX" val="13"/>
  <p:tag name="KSO_WM_UNIT_TEXT_FILL_TYPE" val="1"/>
  <p:tag name="KSO_WM_TEMPLATE_ASSEMBLE_XID" val="639af7e80c9383becde6942d"/>
  <p:tag name="KSO_WM_TEMPLATE_ASSEMBLE_GROUPID" val="639af7e80c9383becde6942d"/>
</p:tagLst>
</file>

<file path=ppt/tags/tag155.xml><?xml version="1.0" encoding="utf-8"?>
<p:tagLst xmlns:p="http://schemas.openxmlformats.org/presentationml/2006/main">
  <p:tag name="KSO_WM_BEAUTIFY_FLAG" val="#wm#"/>
  <p:tag name="KSO_WM_TEMPLATE_CATEGORY" val="diagram"/>
  <p:tag name="KSO_WM_TEMPLATE_INDEX" val="20212828"/>
  <p:tag name="KSO_WM_CHIP_INFOS" val="{&quot;type&quot;:0,&quot;layout_type&quot;:&quot;leftright&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slide_type&quot;:[&quot;text&quot;]}"/>
  <p:tag name="KSO_WM_SLIDE_ID" val="diagram20212828_1"/>
  <p:tag name="KSO_WM_TEMPLATE_SUBCATEGORY" val="21"/>
  <p:tag name="KSO_WM_TEMPLATE_MASTER_TYPE" val="0"/>
  <p:tag name="KSO_WM_TEMPLATE_COLOR_TYPE" val="1"/>
  <p:tag name="KSO_WM_SLIDE_ITEM_CNT" val="0"/>
  <p:tag name="KSO_WM_SLIDE_INDEX" val="1"/>
  <p:tag name="KSO_WM_TAG_VERSION" val="1.0"/>
  <p:tag name="KSO_WM_SLIDE_LAYOUT_INFO" val="{&quot;backgroundInfo&quot;:[{&quot;bottom&quot;:0,&quot;bottomAbs&quot;:false,&quot;left&quot;:0,&quot;leftAbs&quot;:false,&quot;right&quot;:0,&quot;rightAbs&quot;:false,&quot;top&quot;:0,&quot;topAbs&quot;:false,&quot;type&quot;:&quot;general&quot;}],&quot;direction&quot;:1,&quot;id&quot;:&quot;2021-04-01T15:42:54&quot;,&quot;maxSize&quot;:{&quot;size1&quot;:47.5},&quot;minSize&quot;:{&quot;size1&quot;:47.5},&quot;normalSize&quot;:{&quot;size1&quot;:47.5},&quot;subLayout&quot;:[{&quot;backgroundInfo&quot;:[{&quot;bottom&quot;:0,&quot;bottomAbs&quot;:false,&quot;left&quot;:0,&quot;leftAbs&quot;:false,&quot;right&quot;:0,&quot;rightAbs&quot;:false,&quot;top&quot;:0,&quot;topAbs&quot;:false,&quot;type&quot;:&quot;leftRight&quot;}],&quot;id&quot;:&quot;2021-04-01T15:42:54&quot;,&quot;maxSize&quot;:{&quot;size1&quot;:39.99961369300123},&quot;minSize&quot;:{&quot;size1&quot;:24.399613693001232},&quot;normalSize&quot;:{&quot;size1&quot;:26.760724804112346},&quot;subLayout&quot;:[{&quot;id&quot;:&quot;2021-04-01T15:42:54&quot;,&quot;margin&quot;:{&quot;bottom&quot;:0.847000002861023,&quot;left&quot;:1.6929999589920044,&quot;right&quot;:1.6929999589920044,&quot;top&quot;:2.117000102996826},&quot;type&quot;:0},{&quot;id&quot;:&quot;2021-04-01T15:42:54&quot;,&quot;margin&quot;:{&quot;bottom&quot;:2.117000102996826,&quot;left&quot;:1.6929999589920044,&quot;right&quot;:1.6929999589920044,&quot;top&quot;:0},&quot;type&quot;:0}],&quot;type&quot;:0},{&quot;id&quot;:&quot;2021-04-01T15:42:54&quot;,&quot;margin&quot;:{&quot;bottom&quot;:2.117000102996826,&quot;left&quot;:1.6929999589920044,&quot;right&quot;:1.6929999589920044,&quot;top&quot;:2.117000102996826},&quot;type&quot;:0}],&quot;type&quot;:0}"/>
  <p:tag name="KSO_WM_SLIDE_BACKGROUND" val="[&quot;general&quot;,&quot;leftRight&quot;]"/>
  <p:tag name="KSO_WM_SLIDE_RATIO" val="1.777778"/>
  <p:tag name="KSO_WM_CHIP_FILLPROP" val="[[{&quot;text_align&quot;:&quot;lm&quot;,&quot;text_direction&quot;:&quot;horizontal&quot;,&quot;support_features&quot;:[&quot;collage&quot;,&quot;carousel&quot;,&quot;creativecrop&quot;],&quot;support_big_font&quot;:false,&quot;picture_toward&quot;:0,&quot;picture_dockside&quot;:[],&quot;fill_id&quot;:&quot;4e00d7b9d9bc4fb585f3491bf1850796&quot;,&quot;fill_align&quot;:&quot;cm&quot;,&quot;chip_types&quot;:[&quot;picture&quot;,&quot;chart&quot;,&quot;table&quot;,&quot;video&quot;]},{&quot;text_align&quot;:&quot;lb&quot;,&quot;text_direction&quot;:&quot;horizontal&quot;,&quot;support_big_font&quot;:false,&quot;picture_toward&quot;:0,&quot;picture_dockside&quot;:[],&quot;fill_id&quot;:&quot;d787edc8c72f48f2b51836fe195a3eda&quot;,&quot;fill_align&quot;:&quot;lb&quot;,&quot;chip_types&quot;:[&quot;text&quot;,&quot;header&quot;]},{&quot;text_align&quot;:&quot;lt&quot;,&quot;text_direction&quot;:&quot;horizontal&quot;,&quot;support_big_font&quot;:false,&quot;picture_toward&quot;:0,&quot;picture_dockside&quot;:[],&quot;fill_id&quot;:&quot;244c4b96b97e47be9eb5db9ae37a3557&quot;,&quot;fill_align&quot;:&quot;lt&quot;,&quot;chip_types&quot;:[&quot;text&quot;]}]]"/>
  <p:tag name="KSO_WM_SLIDE_TYPE" val="text"/>
  <p:tag name="KSO_WM_SLIDE_SUBTYPE" val="picTxt"/>
  <p:tag name="KSO_WM_SLIDE_SIZE" val="887*540"/>
  <p:tag name="KSO_WM_SLIDE_POSITION" val="0*0"/>
  <p:tag name="KSO_WM_SLIDE_LAYOUT" val="a_d_f"/>
  <p:tag name="KSO_WM_SLIDE_LAYOUT_CNT" val="1_1_1"/>
  <p:tag name="KSO_WM_CHIP_XID" val="5eecadc7a758c1ec0b7089f9"/>
  <p:tag name="KSO_WM_CHIP_DECFILLPROP" val="[]"/>
  <p:tag name="KSO_WM_SLIDE_CAN_ADD_NAVIGATION" val="1"/>
  <p:tag name="KSO_WM_CHIP_GROUPID" val="5eecadc7a758c1ec0b7089f8"/>
  <p:tag name="KSO_WM_SLIDE_BK_DARK_LIGHT" val="2"/>
  <p:tag name="KSO_WM_SLIDE_BACKGROUND_TYPE" val="leftRight"/>
  <p:tag name="KSO_WM_SLIDE_SUPPORT_FEATURE_TYPE" val="7"/>
  <p:tag name="KSO_WM_TEMPLATE_ASSEMBLE_XID" val="60656f604054ed1e2fb808da"/>
  <p:tag name="KSO_WM_TEMPLATE_ASSEMBLE_GROUPID" val="60656f604054ed1e2fb808da"/>
</p:tagLst>
</file>

<file path=ppt/tags/tag1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07646_1*i*1"/>
  <p:tag name="KSO_WM_UNIT_LAYERLEVEL" val="1"/>
  <p:tag name="KSO_WM_TAG_VERSION" val="1.0"/>
  <p:tag name="KSO_WM_BEAUTIFY_FLAG" val="#wm#"/>
  <p:tag name="KSO_WM_UNIT_TYPE" val="i"/>
  <p:tag name="KSO_WM_UNIT_INDEX" val="1"/>
  <p:tag name="KSO_WM_UNIT_SUBTYPE" val="h"/>
  <p:tag name="KSO_WM_SLIDE_BACKGROUND_TYPE" val="navigation"/>
  <p:tag name="KSO_WM_SLIDE_BK_DARK_LIGHT" val="2"/>
  <p:tag name="KSO_WM_UNIT_BK_DARK_LIGHT" val="2"/>
  <p:tag name="KSO_WM_UNIT_FILL_FORE_SCHEMECOLOR_INDEX_BRIGHTNESS" val="0"/>
  <p:tag name="KSO_WM_UNIT_FILL_FORE_SCHEMECOLOR_INDEX" val="15"/>
  <p:tag name="KSO_WM_UNIT_FILL_TYPE" val="1"/>
  <p:tag name="KSO_WM_UNIT_TEXT_FILL_FORE_SCHEMECOLOR_INDEX_BRIGHTNESS" val="0"/>
  <p:tag name="KSO_WM_UNIT_TEXT_FILL_FORE_SCHEMECOLOR_INDEX" val="2"/>
  <p:tag name="KSO_WM_UNIT_TEXT_FILL_TYPE" val="1"/>
  <p:tag name="KSO_WM_TEMPLATE_CATEGORY" val="diagram"/>
  <p:tag name="KSO_WM_TEMPLATE_INDEX" val="20207646"/>
  <p:tag name="KSO_WM_UNIT_VALUE" val="159"/>
  <p:tag name="KSO_WM_TEMPLATE_ASSEMBLE_XID" val="60656e6e4054ed1e2fb7f89d"/>
  <p:tag name="KSO_WM_TEMPLATE_ASSEMBLE_GROUPID" val="60656e6e4054ed1e2fb7f89d"/>
</p:tagLst>
</file>

<file path=ppt/tags/tag157.xml><?xml version="1.0" encoding="utf-8"?>
<p:tagLst xmlns:p="http://schemas.openxmlformats.org/presentationml/2006/main">
  <p:tag name="KSO_WM_UNIT_ISCONTENTSTITLE" val="0"/>
  <p:tag name="KSO_WM_UNIT_ISNUMDGMTITLE" val="0"/>
  <p:tag name="KSO_WM_UNIT_NOCLEAR" val="0"/>
  <p:tag name="KSO_WM_UNIT_VALUE" val="31"/>
  <p:tag name="KSO_WM_UNIT_HIGHLIGHT" val="0"/>
  <p:tag name="KSO_WM_UNIT_COMPATIBLE" val="0"/>
  <p:tag name="KSO_WM_UNIT_DIAGRAM_ISNUMVISUAL" val="0"/>
  <p:tag name="KSO_WM_UNIT_DIAGRAM_ISREFERUNIT" val="0"/>
  <p:tag name="KSO_WM_UNIT_TYPE" val="a"/>
  <p:tag name="KSO_WM_UNIT_INDEX" val="1"/>
  <p:tag name="KSO_WM_UNIT_ID" val="diagram20207646_1*a*1"/>
  <p:tag name="KSO_WM_TEMPLATE_CATEGORY" val="diagram"/>
  <p:tag name="KSO_WM_TEMPLATE_INDEX" val="20207646"/>
  <p:tag name="KSO_WM_UNIT_LAYERLEVEL" val="1"/>
  <p:tag name="KSO_WM_TAG_VERSION" val="1.0"/>
  <p:tag name="KSO_WM_BEAUTIFY_FLAG" val="#wm#"/>
  <p:tag name="KSO_WM_UNIT_PRESET_TEXT" val="单击此处添加大标题内容"/>
  <p:tag name="KSO_WM_UNIT_DEFAULT_FONT" val="24;44;4"/>
  <p:tag name="KSO_WM_UNIT_BLOCK" val="0"/>
  <p:tag name="KSO_WM_UNIT_SHOW_EDIT_AREA_INDICATION" val="1"/>
  <p:tag name="KSO_WM_CHIP_GROUPID" val="5e7881253197e252a37019b5"/>
  <p:tag name="KSO_WM_CHIP_XID" val="5e7881253197e252a37019b6"/>
  <p:tag name="KSO_WM_UNIT_DEC_AREA_ID" val="b735707c32bd4005b584443f719e7122"/>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fab8be1c0c904db0b6a036e6d182573b"/>
  <p:tag name="KSO_WM_UNIT_TEXT_FILL_FORE_SCHEMECOLOR_INDEX_BRIGHTNESS" val="0"/>
  <p:tag name="KSO_WM_UNIT_TEXT_FILL_FORE_SCHEMECOLOR_INDEX" val="13"/>
  <p:tag name="KSO_WM_UNIT_TEXT_FILL_TYPE" val="1"/>
  <p:tag name="KSO_WM_TEMPLATE_ASSEMBLE_XID" val="60656e6e4054ed1e2fb7f89d"/>
  <p:tag name="KSO_WM_TEMPLATE_ASSEMBLE_GROUPID" val="60656e6e4054ed1e2fb7f89d"/>
</p:tagLst>
</file>

<file path=ppt/tags/tag158.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646_1*f*1"/>
  <p:tag name="KSO_WM_TEMPLATE_CATEGORY" val="diagram"/>
  <p:tag name="KSO_WM_TEMPLATE_INDEX" val="20207646"/>
  <p:tag name="KSO_WM_UNIT_LAYERLEVEL" val="1"/>
  <p:tag name="KSO_WM_TAG_VERSION" val="1.0"/>
  <p:tag name="KSO_WM_BEAUTIFY_FLAG" val="#wm#"/>
  <p:tag name="KSO_WM_UNIT_DEFAULT_FONT" val="14;20;2"/>
  <p:tag name="KSO_WM_UNIT_BLOCK" val="0"/>
  <p:tag name="KSO_WM_UNIT_VALUE" val="408"/>
  <p:tag name="KSO_WM_UNIT_SHOW_EDIT_AREA_INDICATION" val="1"/>
  <p:tag name="KSO_WM_CHIP_GROUPID" val="5e6b05596848fb12bee65ac8"/>
  <p:tag name="KSO_WM_CHIP_XID" val="5e6b05596848fb12bee65aca"/>
  <p:tag name="KSO_WM_UNIT_DEC_AREA_ID" val="87800fdfd4b245b9a1eaf3f97e6e97a1"/>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c9508b97fe804a31bc9e28b27ae92103"/>
  <p:tag name="KSO_WM_UNIT_SUPPORT_UNIT_TYPE" val="[&quot;d&quot;,&quot;l&quot;,&quot;m&quot;,&quot;n&quot;,&quot;o&quot;,&quot;p&quot;,&quot;q&quot;,&quot;r&quot;,&quot;δ&quot;,&quot;ε&quot;,&quot;ζ&quot;,&quot;η&quot;,&quot;β&quot;,&quot;α&quot;,&quot;θ&quot;]"/>
  <p:tag name="KSO_WM_UNIT_TEXT_FILL_FORE_SCHEMECOLOR_INDEX_BRIGHTNESS" val="0.25"/>
  <p:tag name="KSO_WM_UNIT_TEXT_FILL_FORE_SCHEMECOLOR_INDEX" val="13"/>
  <p:tag name="KSO_WM_UNIT_TEXT_FILL_TYPE" val="1"/>
  <p:tag name="KSO_WM_TEMPLATE_ASSEMBLE_XID" val="60656e6e4054ed1e2fb7f89d"/>
  <p:tag name="KSO_WM_TEMPLATE_ASSEMBLE_GROUPID" val="60656e6e4054ed1e2fb7f89d"/>
</p:tagLst>
</file>

<file path=ppt/tags/tag159.xml><?xml version="1.0" encoding="utf-8"?>
<p:tagLst xmlns:p="http://schemas.openxmlformats.org/presentationml/2006/main">
  <p:tag name="KSO_WM_BEAUTIFY_FLAG" val="#wm#"/>
  <p:tag name="KSO_WM_TEMPLATE_CATEGORY" val="diagram"/>
  <p:tag name="KSO_WM_TEMPLATE_INDEX" val="20207646"/>
  <p:tag name="KSO_WM_SLIDE_LAYOUT_INFO" val="{&quot;id&quot;:&quot;2021-04-01T14:58:34&quot;,&quot;maxSize&quot;:{&quot;size1&quot;:13.3},&quot;minSize&quot;:{&quot;size1&quot;:13.3},&quot;normalSize&quot;:{&quot;size1&quot;:13.3},&quot;subLayout&quot;:[{&quot;backgroundInfo&quot;:[{&quot;bottom&quot;:0,&quot;bottomAbs&quot;:false,&quot;left&quot;:0,&quot;leftAbs&quot;:false,&quot;right&quot;:0,&quot;rightAbs&quot;:false,&quot;top&quot;:0,&quot;topAbs&quot;:false,&quot;type&quot;:&quot;navigation&quot;}],&quot;id&quot;:&quot;2021-04-01T14:58:34&quot;,&quot;margin&quot;:{&quot;bottom&quot;:0.4230000674724579,&quot;left&quot;:1.2699999809265137,&quot;right&quot;:1.2699999809265137,&quot;top&quot;:0.4230000674724579},&quot;type&quot;:0},{&quot;id&quot;:&quot;2021-04-01T14:58:34&quot;,&quot;margin&quot;:{&quot;bottom&quot;:1.6929999589920044,&quot;left&quot;:1.6929999589920044,&quot;right&quot;:1.6929999589920044,&quot;top&quot;:0.847000002861023},&quot;type&quot;:0}],&quot;type&quot;:0}"/>
  <p:tag name="KSO_WM_SLIDE_CAN_ADD_NAVIGATION" val="1"/>
  <p:tag name="KSO_WM_SLIDE_BACKGROUND" val="[&quot;navigation&quot;]"/>
  <p:tag name="KSO_WM_SLIDE_RATIO" val="1.777778"/>
  <p:tag name="KSO_WM_CHIP_INFOS" val="{&quot;type&quot;:0,&quot;layout_type&quot;:&quot;navigation&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slide_type&quot;:[&quot;text&quot;]}"/>
  <p:tag name="KSO_WM_SLIDE_ID" val="diagram20207646_1"/>
  <p:tag name="KSO_WM_TEMPLATE_SUBCATEGORY" val="21"/>
  <p:tag name="KSO_WM_TEMPLATE_MASTER_TYPE" val="0"/>
  <p:tag name="KSO_WM_TEMPLATE_COLOR_TYPE" val="1"/>
  <p:tag name="KSO_WM_SLIDE_TYPE" val="text"/>
  <p:tag name="KSO_WM_SLIDE_SUBTYPE" val="pureTxt"/>
  <p:tag name="KSO_WM_SLIDE_ITEM_CNT" val="0"/>
  <p:tag name="KSO_WM_SLIDE_INDEX" val="1"/>
  <p:tag name="KSO_WM_SLIDE_SIZE" val="960*468"/>
  <p:tag name="KSO_WM_SLIDE_POSITION" val="0*0"/>
  <p:tag name="KSO_WM_TAG_VERSION" val="1.0"/>
  <p:tag name="KSO_WM_SLIDE_LAYOUT" val="a_f"/>
  <p:tag name="KSO_WM_SLIDE_LAYOUT_CNT" val="1_1"/>
  <p:tag name="KSO_WM_CHIP_FILLPROP" val="[[{&quot;text_align&quot;:&quot;lm&quot;,&quot;text_direction&quot;:&quot;horizontal&quot;,&quot;support_big_font&quot;:false,&quot;picture_toward&quot;:0,&quot;picture_dockside&quot;:[],&quot;fill_id&quot;:&quot;c934b58042b44607bfcc30469ccc57d1&quot;,&quot;fill_align&quot;:&quot;lm&quot;,&quot;chip_types&quot;:[&quot;header&quot;]},{&quot;text_align&quot;:&quot;lm&quot;,&quot;text_direction&quot;:&quot;horizontal&quot;,&quot;support_features&quot;:[&quot;collage&quot;,&quot;carousel&quot;],&quot;support_big_font&quot;:false,&quot;picture_toward&quot;:0,&quot;picture_dockside&quot;:[],&quot;fill_id&quot;:&quot;537f454074a24564a7dd15a2992bf40d&quot;,&quot;fill_align&quot;:&quot;cm&quot;,&quot;chip_types&quot;:[&quot;picture&quot;,&quot;diagram&quot;,&quot;pictext&quot;,&quot;table&quot;,&quot;chart&quot;,&quot;video&quot;,&quot;text&quot;]}]]"/>
  <p:tag name="KSO_WM_CHIP_XID" val="5eeaeb09008addf29f4264c3"/>
  <p:tag name="KSO_WM_CHIP_DECFILLPROP" val="[]"/>
  <p:tag name="KSO_WM_CHIP_GROUPID" val="5eeaeb09008addf29f4264c2"/>
  <p:tag name="KSO_WM_SLIDE_BK_DARK_LIGHT" val="2"/>
  <p:tag name="KSO_WM_SLIDE_BACKGROUND_TYPE" val="navigation"/>
  <p:tag name="KSO_WM_SLIDE_SUPPORT_FEATURE_TYPE" val="0"/>
  <p:tag name="KSO_WM_TEMPLATE_ASSEMBLE_XID" val="60656e6e4054ed1e2fb7f89d"/>
  <p:tag name="KSO_WM_TEMPLATE_ASSEMBLE_GROUPID" val="60656e6e4054ed1e2fb7f89d"/>
</p:tagLst>
</file>

<file path=ppt/tags/tag16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07646_1*i*1"/>
  <p:tag name="KSO_WM_UNIT_LAYERLEVEL" val="1"/>
  <p:tag name="KSO_WM_TAG_VERSION" val="1.0"/>
  <p:tag name="KSO_WM_BEAUTIFY_FLAG" val="#wm#"/>
  <p:tag name="KSO_WM_UNIT_TYPE" val="i"/>
  <p:tag name="KSO_WM_UNIT_INDEX" val="1"/>
  <p:tag name="KSO_WM_UNIT_SUBTYPE" val="h"/>
  <p:tag name="KSO_WM_SLIDE_BACKGROUND_TYPE" val="navigation"/>
  <p:tag name="KSO_WM_SLIDE_BK_DARK_LIGHT" val="2"/>
  <p:tag name="KSO_WM_UNIT_BK_DARK_LIGHT" val="2"/>
  <p:tag name="KSO_WM_UNIT_FILL_FORE_SCHEMECOLOR_INDEX_BRIGHTNESS" val="0"/>
  <p:tag name="KSO_WM_UNIT_FILL_FORE_SCHEMECOLOR_INDEX" val="15"/>
  <p:tag name="KSO_WM_UNIT_FILL_TYPE" val="1"/>
  <p:tag name="KSO_WM_UNIT_TEXT_FILL_FORE_SCHEMECOLOR_INDEX_BRIGHTNESS" val="0"/>
  <p:tag name="KSO_WM_UNIT_TEXT_FILL_FORE_SCHEMECOLOR_INDEX" val="2"/>
  <p:tag name="KSO_WM_UNIT_TEXT_FILL_TYPE" val="1"/>
  <p:tag name="KSO_WM_TEMPLATE_CATEGORY" val="diagram"/>
  <p:tag name="KSO_WM_TEMPLATE_INDEX" val="20207646"/>
  <p:tag name="KSO_WM_UNIT_VALUE" val="159"/>
  <p:tag name="KSO_WM_TEMPLATE_ASSEMBLE_XID" val="60656e6e4054ed1e2fb7f89d"/>
  <p:tag name="KSO_WM_TEMPLATE_ASSEMBLE_GROUPID" val="60656e6e4054ed1e2fb7f89d"/>
</p:tagLst>
</file>

<file path=ppt/tags/tag161.xml><?xml version="1.0" encoding="utf-8"?>
<p:tagLst xmlns:p="http://schemas.openxmlformats.org/presentationml/2006/main">
  <p:tag name="KSO_WM_UNIT_ISCONTENTSTITLE" val="0"/>
  <p:tag name="KSO_WM_UNIT_ISNUMDGMTITLE" val="0"/>
  <p:tag name="KSO_WM_UNIT_NOCLEAR" val="0"/>
  <p:tag name="KSO_WM_UNIT_VALUE" val="31"/>
  <p:tag name="KSO_WM_UNIT_HIGHLIGHT" val="0"/>
  <p:tag name="KSO_WM_UNIT_COMPATIBLE" val="0"/>
  <p:tag name="KSO_WM_UNIT_DIAGRAM_ISNUMVISUAL" val="0"/>
  <p:tag name="KSO_WM_UNIT_DIAGRAM_ISREFERUNIT" val="0"/>
  <p:tag name="KSO_WM_UNIT_TYPE" val="a"/>
  <p:tag name="KSO_WM_UNIT_INDEX" val="1"/>
  <p:tag name="KSO_WM_UNIT_ID" val="diagram20207646_1*a*1"/>
  <p:tag name="KSO_WM_TEMPLATE_CATEGORY" val="diagram"/>
  <p:tag name="KSO_WM_TEMPLATE_INDEX" val="20207646"/>
  <p:tag name="KSO_WM_UNIT_LAYERLEVEL" val="1"/>
  <p:tag name="KSO_WM_TAG_VERSION" val="1.0"/>
  <p:tag name="KSO_WM_BEAUTIFY_FLAG" val="#wm#"/>
  <p:tag name="KSO_WM_UNIT_PRESET_TEXT" val="单击此处添加大标题内容"/>
  <p:tag name="KSO_WM_UNIT_DEFAULT_FONT" val="24;44;4"/>
  <p:tag name="KSO_WM_UNIT_BLOCK" val="0"/>
  <p:tag name="KSO_WM_UNIT_SHOW_EDIT_AREA_INDICATION" val="1"/>
  <p:tag name="KSO_WM_CHIP_GROUPID" val="5e7881253197e252a37019b5"/>
  <p:tag name="KSO_WM_CHIP_XID" val="5e7881253197e252a37019b6"/>
  <p:tag name="KSO_WM_UNIT_DEC_AREA_ID" val="b735707c32bd4005b584443f719e7122"/>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fab8be1c0c904db0b6a036e6d182573b"/>
  <p:tag name="KSO_WM_UNIT_TEXT_FILL_FORE_SCHEMECOLOR_INDEX_BRIGHTNESS" val="0"/>
  <p:tag name="KSO_WM_UNIT_TEXT_FILL_FORE_SCHEMECOLOR_INDEX" val="13"/>
  <p:tag name="KSO_WM_UNIT_TEXT_FILL_TYPE" val="1"/>
  <p:tag name="KSO_WM_TEMPLATE_ASSEMBLE_XID" val="60656e6e4054ed1e2fb7f89d"/>
  <p:tag name="KSO_WM_TEMPLATE_ASSEMBLE_GROUPID" val="60656e6e4054ed1e2fb7f89d"/>
</p:tagLst>
</file>

<file path=ppt/tags/tag162.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646_1*f*1"/>
  <p:tag name="KSO_WM_TEMPLATE_CATEGORY" val="diagram"/>
  <p:tag name="KSO_WM_TEMPLATE_INDEX" val="20207646"/>
  <p:tag name="KSO_WM_UNIT_LAYERLEVEL" val="1"/>
  <p:tag name="KSO_WM_TAG_VERSION" val="1.0"/>
  <p:tag name="KSO_WM_BEAUTIFY_FLAG" val="#wm#"/>
  <p:tag name="KSO_WM_UNIT_DEFAULT_FONT" val="14;20;2"/>
  <p:tag name="KSO_WM_UNIT_BLOCK" val="0"/>
  <p:tag name="KSO_WM_UNIT_VALUE" val="408"/>
  <p:tag name="KSO_WM_UNIT_SHOW_EDIT_AREA_INDICATION" val="1"/>
  <p:tag name="KSO_WM_CHIP_GROUPID" val="5e6b05596848fb12bee65ac8"/>
  <p:tag name="KSO_WM_CHIP_XID" val="5e6b05596848fb12bee65aca"/>
  <p:tag name="KSO_WM_UNIT_DEC_AREA_ID" val="87800fdfd4b245b9a1eaf3f97e6e97a1"/>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c9508b97fe804a31bc9e28b27ae92103"/>
  <p:tag name="KSO_WM_UNIT_SUPPORT_UNIT_TYPE" val="[&quot;d&quot;,&quot;l&quot;,&quot;m&quot;,&quot;n&quot;,&quot;o&quot;,&quot;p&quot;,&quot;q&quot;,&quot;r&quot;,&quot;δ&quot;,&quot;ε&quot;,&quot;ζ&quot;,&quot;η&quot;,&quot;β&quot;,&quot;α&quot;,&quot;θ&quot;]"/>
  <p:tag name="KSO_WM_UNIT_TEXT_FILL_FORE_SCHEMECOLOR_INDEX_BRIGHTNESS" val="0.25"/>
  <p:tag name="KSO_WM_UNIT_TEXT_FILL_FORE_SCHEMECOLOR_INDEX" val="13"/>
  <p:tag name="KSO_WM_UNIT_TEXT_FILL_TYPE" val="1"/>
  <p:tag name="KSO_WM_TEMPLATE_ASSEMBLE_XID" val="60656e6e4054ed1e2fb7f89d"/>
  <p:tag name="KSO_WM_TEMPLATE_ASSEMBLE_GROUPID" val="60656e6e4054ed1e2fb7f89d"/>
</p:tagLst>
</file>

<file path=ppt/tags/tag163.xml><?xml version="1.0" encoding="utf-8"?>
<p:tagLst xmlns:p="http://schemas.openxmlformats.org/presentationml/2006/main">
  <p:tag name="KSO_WM_BEAUTIFY_FLAG" val="#wm#"/>
  <p:tag name="KSO_WM_TEMPLATE_CATEGORY" val="diagram"/>
  <p:tag name="KSO_WM_TEMPLATE_INDEX" val="20207646"/>
  <p:tag name="KSO_WM_SLIDE_LAYOUT_INFO" val="{&quot;id&quot;:&quot;2021-04-01T14:58:34&quot;,&quot;maxSize&quot;:{&quot;size1&quot;:13.3},&quot;minSize&quot;:{&quot;size1&quot;:13.3},&quot;normalSize&quot;:{&quot;size1&quot;:13.3},&quot;subLayout&quot;:[{&quot;backgroundInfo&quot;:[{&quot;bottom&quot;:0,&quot;bottomAbs&quot;:false,&quot;left&quot;:0,&quot;leftAbs&quot;:false,&quot;right&quot;:0,&quot;rightAbs&quot;:false,&quot;top&quot;:0,&quot;topAbs&quot;:false,&quot;type&quot;:&quot;navigation&quot;}],&quot;id&quot;:&quot;2021-04-01T14:58:34&quot;,&quot;margin&quot;:{&quot;bottom&quot;:0.4230000674724579,&quot;left&quot;:1.2699999809265137,&quot;right&quot;:1.2699999809265137,&quot;top&quot;:0.4230000674724579},&quot;type&quot;:0},{&quot;id&quot;:&quot;2021-04-01T14:58:34&quot;,&quot;margin&quot;:{&quot;bottom&quot;:1.6929999589920044,&quot;left&quot;:1.6929999589920044,&quot;right&quot;:1.6929999589920044,&quot;top&quot;:0.847000002861023},&quot;type&quot;:0}],&quot;type&quot;:0}"/>
  <p:tag name="KSO_WM_SLIDE_CAN_ADD_NAVIGATION" val="1"/>
  <p:tag name="KSO_WM_SLIDE_BACKGROUND" val="[&quot;navigation&quot;]"/>
  <p:tag name="KSO_WM_SLIDE_RATIO" val="1.777778"/>
  <p:tag name="KSO_WM_CHIP_INFOS" val="{&quot;type&quot;:0,&quot;layout_type&quot;:&quot;navigation&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slide_type&quot;:[&quot;text&quot;]}"/>
  <p:tag name="KSO_WM_SLIDE_ID" val="diagram20207646_1"/>
  <p:tag name="KSO_WM_TEMPLATE_SUBCATEGORY" val="21"/>
  <p:tag name="KSO_WM_TEMPLATE_MASTER_TYPE" val="0"/>
  <p:tag name="KSO_WM_TEMPLATE_COLOR_TYPE" val="1"/>
  <p:tag name="KSO_WM_SLIDE_TYPE" val="text"/>
  <p:tag name="KSO_WM_SLIDE_SUBTYPE" val="pureTxt"/>
  <p:tag name="KSO_WM_SLIDE_ITEM_CNT" val="0"/>
  <p:tag name="KSO_WM_SLIDE_INDEX" val="1"/>
  <p:tag name="KSO_WM_SLIDE_SIZE" val="960*468"/>
  <p:tag name="KSO_WM_SLIDE_POSITION" val="0*0"/>
  <p:tag name="KSO_WM_TAG_VERSION" val="1.0"/>
  <p:tag name="KSO_WM_SLIDE_LAYOUT" val="a_f"/>
  <p:tag name="KSO_WM_SLIDE_LAYOUT_CNT" val="1_1"/>
  <p:tag name="KSO_WM_CHIP_FILLPROP" val="[[{&quot;text_align&quot;:&quot;lm&quot;,&quot;text_direction&quot;:&quot;horizontal&quot;,&quot;support_big_font&quot;:false,&quot;picture_toward&quot;:0,&quot;picture_dockside&quot;:[],&quot;fill_id&quot;:&quot;c934b58042b44607bfcc30469ccc57d1&quot;,&quot;fill_align&quot;:&quot;lm&quot;,&quot;chip_types&quot;:[&quot;header&quot;]},{&quot;text_align&quot;:&quot;lm&quot;,&quot;text_direction&quot;:&quot;horizontal&quot;,&quot;support_features&quot;:[&quot;collage&quot;,&quot;carousel&quot;],&quot;support_big_font&quot;:false,&quot;picture_toward&quot;:0,&quot;picture_dockside&quot;:[],&quot;fill_id&quot;:&quot;537f454074a24564a7dd15a2992bf40d&quot;,&quot;fill_align&quot;:&quot;cm&quot;,&quot;chip_types&quot;:[&quot;picture&quot;,&quot;diagram&quot;,&quot;pictext&quot;,&quot;table&quot;,&quot;chart&quot;,&quot;video&quot;,&quot;text&quot;]}]]"/>
  <p:tag name="KSO_WM_CHIP_XID" val="5eeaeb09008addf29f4264c3"/>
  <p:tag name="KSO_WM_CHIP_DECFILLPROP" val="[]"/>
  <p:tag name="KSO_WM_CHIP_GROUPID" val="5eeaeb09008addf29f4264c2"/>
  <p:tag name="KSO_WM_SLIDE_BK_DARK_LIGHT" val="2"/>
  <p:tag name="KSO_WM_SLIDE_BACKGROUND_TYPE" val="navigation"/>
  <p:tag name="KSO_WM_SLIDE_SUPPORT_FEATURE_TYPE" val="0"/>
  <p:tag name="KSO_WM_TEMPLATE_ASSEMBLE_XID" val="60656e6e4054ed1e2fb7f89d"/>
  <p:tag name="KSO_WM_TEMPLATE_ASSEMBLE_GROUPID" val="60656e6e4054ed1e2fb7f89d"/>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square" rtlCol="0">
        <a:spAutoFit/>
      </a:bodyPr>
      <a:lstStyle>
        <a:defPPr indent="0">
          <a:buFont typeface="Arial" panose="020B0604020202090204" pitchFamily="34" charset="0"/>
          <a:buNone/>
          <a:defRPr lang="en-US" altLang="zh-CN">
            <a:latin typeface="微软雅黑" charset="0"/>
            <a:ea typeface="微软雅黑" charset="0"/>
            <a:sym typeface="+mn-ea"/>
          </a:defRPr>
        </a:defPPr>
      </a:lstStyle>
    </a:txDef>
  </a:objectDefaul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2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8822</Words>
  <Application>WPS 文字</Application>
  <PresentationFormat>On-screen Show (16:9)</PresentationFormat>
  <Paragraphs>361</Paragraphs>
  <Slides>40</Slides>
  <Notes>17</Notes>
  <HiddenSlides>0</HiddenSlides>
  <MMClips>0</MMClips>
  <ScaleCrop>false</ScaleCrop>
  <HeadingPairs>
    <vt:vector size="6" baseType="variant">
      <vt:variant>
        <vt:lpstr>已用的字体</vt:lpstr>
      </vt:variant>
      <vt:variant>
        <vt:i4>19</vt:i4>
      </vt:variant>
      <vt:variant>
        <vt:lpstr>主题</vt:lpstr>
      </vt:variant>
      <vt:variant>
        <vt:i4>3</vt:i4>
      </vt:variant>
      <vt:variant>
        <vt:lpstr>幻灯片标题</vt:lpstr>
      </vt:variant>
      <vt:variant>
        <vt:i4>40</vt:i4>
      </vt:variant>
    </vt:vector>
  </HeadingPairs>
  <TitlesOfParts>
    <vt:vector size="62" baseType="lpstr">
      <vt:lpstr>Arial</vt:lpstr>
      <vt:lpstr>宋体</vt:lpstr>
      <vt:lpstr>Wingdings</vt:lpstr>
      <vt:lpstr>微软雅黑</vt:lpstr>
      <vt:lpstr>汉仪旗黑</vt:lpstr>
      <vt:lpstr>Noto Sans SC</vt:lpstr>
      <vt:lpstr>苹方-简</vt:lpstr>
      <vt:lpstr>Noto Sans SC</vt:lpstr>
      <vt:lpstr>Noto Sans SC</vt:lpstr>
      <vt:lpstr>Segoe UI</vt:lpstr>
      <vt:lpstr>Wingdings</vt:lpstr>
      <vt:lpstr>微软雅黑</vt:lpstr>
      <vt:lpstr>Calibri</vt:lpstr>
      <vt:lpstr>Helvetica Neue</vt:lpstr>
      <vt:lpstr>等线</vt:lpstr>
      <vt:lpstr>汉仪中等线KW</vt:lpstr>
      <vt:lpstr>宋体</vt:lpstr>
      <vt:lpstr>Arial Unicode MS</vt:lpstr>
      <vt:lpstr>汉仪书宋二KW</vt:lpstr>
      <vt:lpstr>Office Theme</vt:lpstr>
      <vt:lpstr>1_Office Theme</vt:lpstr>
      <vt:lpstr>2_Office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PptxGenJS</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社交媒体用户模拟的混合框架</dc:title>
  <dc:creator>MindShow.fun</dc:creator>
  <dc:subject>SUBTITLE HERE</dc:subject>
  <cp:lastModifiedBy>mickypc</cp:lastModifiedBy>
  <cp:revision>124</cp:revision>
  <dcterms:created xsi:type="dcterms:W3CDTF">2025-06-02T07:43:14Z</dcterms:created>
  <dcterms:modified xsi:type="dcterms:W3CDTF">2025-06-02T07:43:14Z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626EB232AD72BE8B399054669B09A18E_42</vt:lpwstr>
  </property>
  <property fmtid="{D5CDD505-2E9C-101B-9397-08002B2CF9AE}" pid="3" name="KSOProductBuildVer">
    <vt:lpwstr>2052-7.4.1.8983</vt:lpwstr>
  </property>
</Properties>
</file>